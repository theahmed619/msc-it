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4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8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10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#8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632178-A48D-4DA4-8E87-E608780EC6B5}" type="doc">
      <dgm:prSet loTypeId="urn:microsoft.com/office/officeart/2005/8/layout/vList2" loCatId="list" qsTypeId="urn:microsoft.com/office/officeart/2005/8/quickstyle/simple5#4" qsCatId="simple" csTypeId="urn:microsoft.com/office/officeart/2005/8/colors/accent2_2#4" csCatId="accent2"/>
      <dgm:spPr/>
      <dgm:t>
        <a:bodyPr/>
        <a:lstStyle/>
        <a:p>
          <a:endParaRPr lang="en-US"/>
        </a:p>
      </dgm:t>
    </dgm:pt>
    <dgm:pt modelId="{69F2AEDD-468D-4FFD-B83D-C2208CC7B7CA}">
      <dgm:prSet/>
      <dgm:spPr/>
      <dgm:t>
        <a:bodyPr/>
        <a:lstStyle/>
        <a:p>
          <a:r>
            <a:rPr lang="en-US"/>
            <a:t>Inconsistent formatting: values such as 'female' and 'Female' represent the same category.</a:t>
          </a:r>
        </a:p>
      </dgm:t>
    </dgm:pt>
    <dgm:pt modelId="{1B5B0F78-D48E-4DEE-80D4-8A0A60DE5655}" type="parTrans" cxnId="{422986CD-DD89-43E4-954F-487BD7049754}">
      <dgm:prSet/>
      <dgm:spPr/>
      <dgm:t>
        <a:bodyPr/>
        <a:lstStyle/>
        <a:p>
          <a:endParaRPr lang="en-US"/>
        </a:p>
      </dgm:t>
    </dgm:pt>
    <dgm:pt modelId="{505C4C6D-B815-46BC-BEAB-23D05C986FBE}" type="sibTrans" cxnId="{422986CD-DD89-43E4-954F-487BD7049754}">
      <dgm:prSet/>
      <dgm:spPr/>
      <dgm:t>
        <a:bodyPr/>
        <a:lstStyle/>
        <a:p>
          <a:endParaRPr lang="en-US"/>
        </a:p>
      </dgm:t>
    </dgm:pt>
    <dgm:pt modelId="{AFD73ECC-F484-47D1-8C4F-DD7A9E23849F}">
      <dgm:prSet/>
      <dgm:spPr/>
      <dgm:t>
        <a:bodyPr/>
        <a:lstStyle/>
        <a:p>
          <a:r>
            <a:rPr lang="en-US"/>
            <a:t>Standardize text values before analysis.</a:t>
          </a:r>
        </a:p>
      </dgm:t>
    </dgm:pt>
    <dgm:pt modelId="{19F55FE4-D0FB-4757-909E-D83FE182F116}" type="parTrans" cxnId="{6956C842-6F65-4D61-B115-7BEA3247D7F6}">
      <dgm:prSet/>
      <dgm:spPr/>
      <dgm:t>
        <a:bodyPr/>
        <a:lstStyle/>
        <a:p>
          <a:endParaRPr lang="en-US"/>
        </a:p>
      </dgm:t>
    </dgm:pt>
    <dgm:pt modelId="{B452330A-F7F9-4E2B-9610-41D3B9E24B26}" type="sibTrans" cxnId="{6956C842-6F65-4D61-B115-7BEA3247D7F6}">
      <dgm:prSet/>
      <dgm:spPr/>
      <dgm:t>
        <a:bodyPr/>
        <a:lstStyle/>
        <a:p>
          <a:endParaRPr lang="en-US"/>
        </a:p>
      </dgm:t>
    </dgm:pt>
    <dgm:pt modelId="{5BEB915A-329E-46BD-95EE-2622C7E59EE8}">
      <dgm:prSet/>
      <dgm:spPr/>
      <dgm:t>
        <a:bodyPr/>
        <a:lstStyle/>
        <a:p>
          <a:r>
            <a:rPr lang="en-US"/>
            <a:t>An outlier is a value that is unusually far from the other observations.</a:t>
          </a:r>
        </a:p>
      </dgm:t>
    </dgm:pt>
    <dgm:pt modelId="{9005A8CC-6F3A-4C09-9561-E49F93FEE2D8}" type="parTrans" cxnId="{4B34E4D6-4D24-4ABC-861A-92140BC925E1}">
      <dgm:prSet/>
      <dgm:spPr/>
      <dgm:t>
        <a:bodyPr/>
        <a:lstStyle/>
        <a:p>
          <a:endParaRPr lang="en-US"/>
        </a:p>
      </dgm:t>
    </dgm:pt>
    <dgm:pt modelId="{0E4B7E34-5790-4CEF-83BB-84ABEEAF53A2}" type="sibTrans" cxnId="{4B34E4D6-4D24-4ABC-861A-92140BC925E1}">
      <dgm:prSet/>
      <dgm:spPr/>
      <dgm:t>
        <a:bodyPr/>
        <a:lstStyle/>
        <a:p>
          <a:endParaRPr lang="en-US"/>
        </a:p>
      </dgm:t>
    </dgm:pt>
    <dgm:pt modelId="{E821B51A-5B99-4D88-B483-535CCA1D9EAE}">
      <dgm:prSet/>
      <dgm:spPr/>
      <dgm:t>
        <a:bodyPr/>
        <a:lstStyle/>
        <a:p>
          <a:r>
            <a:rPr lang="en-US"/>
            <a:t>Example: Marks = 150 is suspicious when the normal mark range is 0–100.</a:t>
          </a:r>
        </a:p>
      </dgm:t>
    </dgm:pt>
    <dgm:pt modelId="{DCB3F095-1B1C-42DA-9703-013622125B5E}" type="parTrans" cxnId="{ECF15ED1-BE71-4D11-8E6B-45CDB21070C1}">
      <dgm:prSet/>
      <dgm:spPr/>
      <dgm:t>
        <a:bodyPr/>
        <a:lstStyle/>
        <a:p>
          <a:endParaRPr lang="en-US"/>
        </a:p>
      </dgm:t>
    </dgm:pt>
    <dgm:pt modelId="{9482945C-54CF-4C67-A7CF-46C7EA216A5E}" type="sibTrans" cxnId="{ECF15ED1-BE71-4D11-8E6B-45CDB21070C1}">
      <dgm:prSet/>
      <dgm:spPr/>
      <dgm:t>
        <a:bodyPr/>
        <a:lstStyle/>
        <a:p>
          <a:endParaRPr lang="en-US"/>
        </a:p>
      </dgm:t>
    </dgm:pt>
    <dgm:pt modelId="{583AE963-9D0A-4686-A766-C4714B0C11B5}" type="pres">
      <dgm:prSet presAssocID="{42632178-A48D-4DA4-8E87-E608780EC6B5}" presName="linear" presStyleCnt="0">
        <dgm:presLayoutVars>
          <dgm:animLvl val="lvl"/>
          <dgm:resizeHandles val="exact"/>
        </dgm:presLayoutVars>
      </dgm:prSet>
      <dgm:spPr/>
    </dgm:pt>
    <dgm:pt modelId="{CC5A8BCF-8BF2-49C3-AE41-D9F806D78029}" type="pres">
      <dgm:prSet presAssocID="{69F2AEDD-468D-4FFD-B83D-C2208CC7B7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FCAF05D-0BFB-442A-A412-A66C703E2DC3}" type="pres">
      <dgm:prSet presAssocID="{505C4C6D-B815-46BC-BEAB-23D05C986FBE}" presName="spacer" presStyleCnt="0"/>
      <dgm:spPr/>
    </dgm:pt>
    <dgm:pt modelId="{67E17858-A1DE-4FEF-B69E-7C3FB1F5EDD5}" type="pres">
      <dgm:prSet presAssocID="{AFD73ECC-F484-47D1-8C4F-DD7A9E2384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B51FBF7-CF76-47F5-B17B-2A244D4B6D17}" type="pres">
      <dgm:prSet presAssocID="{B452330A-F7F9-4E2B-9610-41D3B9E24B26}" presName="spacer" presStyleCnt="0"/>
      <dgm:spPr/>
    </dgm:pt>
    <dgm:pt modelId="{C403A46D-9FD8-4795-9302-052E5CC5B0E5}" type="pres">
      <dgm:prSet presAssocID="{5BEB915A-329E-46BD-95EE-2622C7E59EE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5AA686-043D-4C95-AAB1-40ACD7CF2FF3}" type="pres">
      <dgm:prSet presAssocID="{0E4B7E34-5790-4CEF-83BB-84ABEEAF53A2}" presName="spacer" presStyleCnt="0"/>
      <dgm:spPr/>
    </dgm:pt>
    <dgm:pt modelId="{92C1FA56-1C97-433E-90D2-433556B65D5F}" type="pres">
      <dgm:prSet presAssocID="{E821B51A-5B99-4D88-B483-535CCA1D9E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0A25642-A503-4E26-9484-4A5775A9A9B5}" type="presOf" srcId="{5BEB915A-329E-46BD-95EE-2622C7E59EE8}" destId="{C403A46D-9FD8-4795-9302-052E5CC5B0E5}" srcOrd="0" destOrd="0" presId="urn:microsoft.com/office/officeart/2005/8/layout/vList2"/>
    <dgm:cxn modelId="{6956C842-6F65-4D61-B115-7BEA3247D7F6}" srcId="{42632178-A48D-4DA4-8E87-E608780EC6B5}" destId="{AFD73ECC-F484-47D1-8C4F-DD7A9E23849F}" srcOrd="1" destOrd="0" parTransId="{19F55FE4-D0FB-4757-909E-D83FE182F116}" sibTransId="{B452330A-F7F9-4E2B-9610-41D3B9E24B26}"/>
    <dgm:cxn modelId="{A7EA284C-BF37-4D0E-9BAF-D66F7FFF0B93}" type="presOf" srcId="{AFD73ECC-F484-47D1-8C4F-DD7A9E23849F}" destId="{67E17858-A1DE-4FEF-B69E-7C3FB1F5EDD5}" srcOrd="0" destOrd="0" presId="urn:microsoft.com/office/officeart/2005/8/layout/vList2"/>
    <dgm:cxn modelId="{6774707F-9E9C-4216-9A14-7565A6EBD158}" type="presOf" srcId="{69F2AEDD-468D-4FFD-B83D-C2208CC7B7CA}" destId="{CC5A8BCF-8BF2-49C3-AE41-D9F806D78029}" srcOrd="0" destOrd="0" presId="urn:microsoft.com/office/officeart/2005/8/layout/vList2"/>
    <dgm:cxn modelId="{422986CD-DD89-43E4-954F-487BD7049754}" srcId="{42632178-A48D-4DA4-8E87-E608780EC6B5}" destId="{69F2AEDD-468D-4FFD-B83D-C2208CC7B7CA}" srcOrd="0" destOrd="0" parTransId="{1B5B0F78-D48E-4DEE-80D4-8A0A60DE5655}" sibTransId="{505C4C6D-B815-46BC-BEAB-23D05C986FBE}"/>
    <dgm:cxn modelId="{ECF15ED1-BE71-4D11-8E6B-45CDB21070C1}" srcId="{42632178-A48D-4DA4-8E87-E608780EC6B5}" destId="{E821B51A-5B99-4D88-B483-535CCA1D9EAE}" srcOrd="3" destOrd="0" parTransId="{DCB3F095-1B1C-42DA-9703-013622125B5E}" sibTransId="{9482945C-54CF-4C67-A7CF-46C7EA216A5E}"/>
    <dgm:cxn modelId="{E7D812D4-86E6-4771-AD14-33A936A5E274}" type="presOf" srcId="{E821B51A-5B99-4D88-B483-535CCA1D9EAE}" destId="{92C1FA56-1C97-433E-90D2-433556B65D5F}" srcOrd="0" destOrd="0" presId="urn:microsoft.com/office/officeart/2005/8/layout/vList2"/>
    <dgm:cxn modelId="{4B34E4D6-4D24-4ABC-861A-92140BC925E1}" srcId="{42632178-A48D-4DA4-8E87-E608780EC6B5}" destId="{5BEB915A-329E-46BD-95EE-2622C7E59EE8}" srcOrd="2" destOrd="0" parTransId="{9005A8CC-6F3A-4C09-9561-E49F93FEE2D8}" sibTransId="{0E4B7E34-5790-4CEF-83BB-84ABEEAF53A2}"/>
    <dgm:cxn modelId="{CBFD87FB-77F2-4C61-A6B5-B9B4AC8F2F65}" type="presOf" srcId="{42632178-A48D-4DA4-8E87-E608780EC6B5}" destId="{583AE963-9D0A-4686-A766-C4714B0C11B5}" srcOrd="0" destOrd="0" presId="urn:microsoft.com/office/officeart/2005/8/layout/vList2"/>
    <dgm:cxn modelId="{B62CA4D9-CA1A-454F-AF30-EA202DE98EC1}" type="presParOf" srcId="{583AE963-9D0A-4686-A766-C4714B0C11B5}" destId="{CC5A8BCF-8BF2-49C3-AE41-D9F806D78029}" srcOrd="0" destOrd="0" presId="urn:microsoft.com/office/officeart/2005/8/layout/vList2"/>
    <dgm:cxn modelId="{51316F03-E91C-469C-9CDD-C80318375F2F}" type="presParOf" srcId="{583AE963-9D0A-4686-A766-C4714B0C11B5}" destId="{6FCAF05D-0BFB-442A-A412-A66C703E2DC3}" srcOrd="1" destOrd="0" presId="urn:microsoft.com/office/officeart/2005/8/layout/vList2"/>
    <dgm:cxn modelId="{99894B40-1AD9-49D9-9425-22A540765783}" type="presParOf" srcId="{583AE963-9D0A-4686-A766-C4714B0C11B5}" destId="{67E17858-A1DE-4FEF-B69E-7C3FB1F5EDD5}" srcOrd="2" destOrd="0" presId="urn:microsoft.com/office/officeart/2005/8/layout/vList2"/>
    <dgm:cxn modelId="{C9E5BD61-B668-4559-9756-51BE43450544}" type="presParOf" srcId="{583AE963-9D0A-4686-A766-C4714B0C11B5}" destId="{EB51FBF7-CF76-47F5-B17B-2A244D4B6D17}" srcOrd="3" destOrd="0" presId="urn:microsoft.com/office/officeart/2005/8/layout/vList2"/>
    <dgm:cxn modelId="{93A18DC6-482C-423D-9BB0-0F748AD949F9}" type="presParOf" srcId="{583AE963-9D0A-4686-A766-C4714B0C11B5}" destId="{C403A46D-9FD8-4795-9302-052E5CC5B0E5}" srcOrd="4" destOrd="0" presId="urn:microsoft.com/office/officeart/2005/8/layout/vList2"/>
    <dgm:cxn modelId="{366DAD2B-64A7-4803-BB4E-7F3210172ABC}" type="presParOf" srcId="{583AE963-9D0A-4686-A766-C4714B0C11B5}" destId="{445AA686-043D-4C95-AAB1-40ACD7CF2FF3}" srcOrd="5" destOrd="0" presId="urn:microsoft.com/office/officeart/2005/8/layout/vList2"/>
    <dgm:cxn modelId="{1AFC4FAB-C9B6-45EE-B709-42ECC7535121}" type="presParOf" srcId="{583AE963-9D0A-4686-A766-C4714B0C11B5}" destId="{92C1FA56-1C97-433E-90D2-433556B65D5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85A26B-AE78-466A-B77E-4985F17982B2}" type="doc">
      <dgm:prSet loTypeId="urn:microsoft.com/office/officeart/2018/2/layout/IconVerticalSolidList" loCatId="icon" qsTypeId="urn:microsoft.com/office/officeart/2005/8/quickstyle/simple1#3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E46DA3-5D64-4EE5-984F-7B86660AD67A}">
      <dgm:prSet/>
      <dgm:spPr/>
      <dgm:t>
        <a:bodyPr/>
        <a:lstStyle/>
        <a:p>
          <a:r>
            <a:rPr lang="en-US"/>
            <a:t>Univariate analysis studies one variable at a time.</a:t>
          </a:r>
        </a:p>
      </dgm:t>
    </dgm:pt>
    <dgm:pt modelId="{8615F05D-F87B-4288-9E22-8DB7AECDE29B}" type="parTrans" cxnId="{AB86EC6F-6AC9-4A25-8E36-9903771367D2}">
      <dgm:prSet/>
      <dgm:spPr/>
      <dgm:t>
        <a:bodyPr/>
        <a:lstStyle/>
        <a:p>
          <a:endParaRPr lang="en-US"/>
        </a:p>
      </dgm:t>
    </dgm:pt>
    <dgm:pt modelId="{4758C93F-A2F8-4566-8A1D-4B0C7D8F41A4}" type="sibTrans" cxnId="{AB86EC6F-6AC9-4A25-8E36-9903771367D2}">
      <dgm:prSet/>
      <dgm:spPr/>
      <dgm:t>
        <a:bodyPr/>
        <a:lstStyle/>
        <a:p>
          <a:endParaRPr lang="en-US"/>
        </a:p>
      </dgm:t>
    </dgm:pt>
    <dgm:pt modelId="{454BDB47-806A-4CA1-A4FE-34E71436C6CB}">
      <dgm:prSet/>
      <dgm:spPr/>
      <dgm:t>
        <a:bodyPr/>
        <a:lstStyle/>
        <a:p>
          <a:r>
            <a:rPr lang="en-US" dirty="0"/>
            <a:t>Histogram – shows the distribution of numerical data.</a:t>
          </a:r>
        </a:p>
      </dgm:t>
    </dgm:pt>
    <dgm:pt modelId="{46BA5CAC-C751-45F7-B28E-38052DA46F4A}" type="parTrans" cxnId="{958D20D4-806D-4A4D-BA69-21B4A8A21F27}">
      <dgm:prSet/>
      <dgm:spPr/>
      <dgm:t>
        <a:bodyPr/>
        <a:lstStyle/>
        <a:p>
          <a:endParaRPr lang="en-US"/>
        </a:p>
      </dgm:t>
    </dgm:pt>
    <dgm:pt modelId="{7FCA768A-A983-45B8-8880-4A6712A9C413}" type="sibTrans" cxnId="{958D20D4-806D-4A4D-BA69-21B4A8A21F27}">
      <dgm:prSet/>
      <dgm:spPr/>
      <dgm:t>
        <a:bodyPr/>
        <a:lstStyle/>
        <a:p>
          <a:endParaRPr lang="en-US"/>
        </a:p>
      </dgm:t>
    </dgm:pt>
    <dgm:pt modelId="{FD170F7F-E852-4FE2-B910-6F3EE50E63CB}">
      <dgm:prSet/>
      <dgm:spPr/>
      <dgm:t>
        <a:bodyPr/>
        <a:lstStyle/>
        <a:p>
          <a:r>
            <a:rPr lang="en-US"/>
            <a:t>Box plot – helps identify spread and possible outliers.</a:t>
          </a:r>
        </a:p>
      </dgm:t>
    </dgm:pt>
    <dgm:pt modelId="{A4BAFDB1-BDF3-4598-909F-965C3A75963C}" type="parTrans" cxnId="{B0E77225-C4D5-45D4-8A7E-84ACAE6128C9}">
      <dgm:prSet/>
      <dgm:spPr/>
      <dgm:t>
        <a:bodyPr/>
        <a:lstStyle/>
        <a:p>
          <a:endParaRPr lang="en-US"/>
        </a:p>
      </dgm:t>
    </dgm:pt>
    <dgm:pt modelId="{7C3B1C5E-439C-4A52-AC13-97D7D2DA48E6}" type="sibTrans" cxnId="{B0E77225-C4D5-45D4-8A7E-84ACAE6128C9}">
      <dgm:prSet/>
      <dgm:spPr/>
      <dgm:t>
        <a:bodyPr/>
        <a:lstStyle/>
        <a:p>
          <a:endParaRPr lang="en-US"/>
        </a:p>
      </dgm:t>
    </dgm:pt>
    <dgm:pt modelId="{AB74FF81-6544-443C-A1F3-9E54E33AF1BB}">
      <dgm:prSet/>
      <dgm:spPr/>
      <dgm:t>
        <a:bodyPr/>
        <a:lstStyle/>
        <a:p>
          <a:r>
            <a:rPr lang="en-US"/>
            <a:t>Bar chart – compares categories or individual values.</a:t>
          </a:r>
        </a:p>
      </dgm:t>
    </dgm:pt>
    <dgm:pt modelId="{465987CA-ED6D-4388-A6EF-42EF410E281B}" type="parTrans" cxnId="{ABBA7866-C6C9-4EE3-90C0-92719758C419}">
      <dgm:prSet/>
      <dgm:spPr/>
      <dgm:t>
        <a:bodyPr/>
        <a:lstStyle/>
        <a:p>
          <a:endParaRPr lang="en-US"/>
        </a:p>
      </dgm:t>
    </dgm:pt>
    <dgm:pt modelId="{CABDD357-ECDC-4121-A4B0-8592A17F53EC}" type="sibTrans" cxnId="{ABBA7866-C6C9-4EE3-90C0-92719758C419}">
      <dgm:prSet/>
      <dgm:spPr/>
      <dgm:t>
        <a:bodyPr/>
        <a:lstStyle/>
        <a:p>
          <a:endParaRPr lang="en-US"/>
        </a:p>
      </dgm:t>
    </dgm:pt>
    <dgm:pt modelId="{53407F0D-06F4-4861-8803-1B417BC53B02}">
      <dgm:prSet/>
      <dgm:spPr/>
      <dgm:t>
        <a:bodyPr/>
        <a:lstStyle/>
        <a:p>
          <a:r>
            <a:rPr lang="en-US"/>
            <a:t>Pie chart – shows proportions of categories.</a:t>
          </a:r>
        </a:p>
      </dgm:t>
    </dgm:pt>
    <dgm:pt modelId="{239C0BAC-781C-4434-9E10-84C37DA395BD}" type="parTrans" cxnId="{6EE2A7D3-6B1F-4C8F-89F4-B919B6BEDA70}">
      <dgm:prSet/>
      <dgm:spPr/>
      <dgm:t>
        <a:bodyPr/>
        <a:lstStyle/>
        <a:p>
          <a:endParaRPr lang="en-US"/>
        </a:p>
      </dgm:t>
    </dgm:pt>
    <dgm:pt modelId="{5818FC61-2EE6-47BE-8EC9-19200AC7FF31}" type="sibTrans" cxnId="{6EE2A7D3-6B1F-4C8F-89F4-B919B6BEDA70}">
      <dgm:prSet/>
      <dgm:spPr/>
      <dgm:t>
        <a:bodyPr/>
        <a:lstStyle/>
        <a:p>
          <a:endParaRPr lang="en-US"/>
        </a:p>
      </dgm:t>
    </dgm:pt>
    <dgm:pt modelId="{D6348D9C-805E-4297-9109-3C13C1832C22}" type="pres">
      <dgm:prSet presAssocID="{4C85A26B-AE78-466A-B77E-4985F17982B2}" presName="root" presStyleCnt="0">
        <dgm:presLayoutVars>
          <dgm:dir/>
          <dgm:resizeHandles val="exact"/>
        </dgm:presLayoutVars>
      </dgm:prSet>
      <dgm:spPr/>
    </dgm:pt>
    <dgm:pt modelId="{30A072AE-3B5F-4F58-9A03-1DE3DC0659DB}" type="pres">
      <dgm:prSet presAssocID="{96E46DA3-5D64-4EE5-984F-7B86660AD67A}" presName="compNode" presStyleCnt="0"/>
      <dgm:spPr/>
    </dgm:pt>
    <dgm:pt modelId="{CE9595D4-219F-42B3-AA51-DE89BDE3FA94}" type="pres">
      <dgm:prSet presAssocID="{96E46DA3-5D64-4EE5-984F-7B86660AD67A}" presName="bgRect" presStyleLbl="bgShp" presStyleIdx="0" presStyleCnt="5"/>
      <dgm:spPr/>
    </dgm:pt>
    <dgm:pt modelId="{6DE70BDB-1F49-4F62-9B52-0DDB64746AA3}" type="pres">
      <dgm:prSet presAssocID="{96E46DA3-5D64-4EE5-984F-7B86660AD67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5DD4B60-0E33-45B2-9F51-5E5787794000}" type="pres">
      <dgm:prSet presAssocID="{96E46DA3-5D64-4EE5-984F-7B86660AD67A}" presName="spaceRect" presStyleCnt="0"/>
      <dgm:spPr/>
    </dgm:pt>
    <dgm:pt modelId="{E332B497-9C2D-4CF9-91E7-26569212E624}" type="pres">
      <dgm:prSet presAssocID="{96E46DA3-5D64-4EE5-984F-7B86660AD67A}" presName="parTx" presStyleLbl="revTx" presStyleIdx="0" presStyleCnt="5">
        <dgm:presLayoutVars>
          <dgm:chMax val="0"/>
          <dgm:chPref val="0"/>
        </dgm:presLayoutVars>
      </dgm:prSet>
      <dgm:spPr/>
    </dgm:pt>
    <dgm:pt modelId="{17002997-24F4-49F4-A418-2FCF2B811E1E}" type="pres">
      <dgm:prSet presAssocID="{4758C93F-A2F8-4566-8A1D-4B0C7D8F41A4}" presName="sibTrans" presStyleCnt="0"/>
      <dgm:spPr/>
    </dgm:pt>
    <dgm:pt modelId="{A9AC067B-10F7-4EE4-A812-FEF5F85CAC5B}" type="pres">
      <dgm:prSet presAssocID="{454BDB47-806A-4CA1-A4FE-34E71436C6CB}" presName="compNode" presStyleCnt="0"/>
      <dgm:spPr/>
    </dgm:pt>
    <dgm:pt modelId="{E806E43F-1DD7-4FC4-B7AF-1C3D0FE1D601}" type="pres">
      <dgm:prSet presAssocID="{454BDB47-806A-4CA1-A4FE-34E71436C6CB}" presName="bgRect" presStyleLbl="bgShp" presStyleIdx="1" presStyleCnt="5"/>
      <dgm:spPr/>
    </dgm:pt>
    <dgm:pt modelId="{B1BFA8A6-6C82-4E36-BECB-770D1734AF5C}" type="pres">
      <dgm:prSet presAssocID="{454BDB47-806A-4CA1-A4FE-34E71436C6C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6CE8250D-A15B-461F-8157-AEA987230B57}" type="pres">
      <dgm:prSet presAssocID="{454BDB47-806A-4CA1-A4FE-34E71436C6CB}" presName="spaceRect" presStyleCnt="0"/>
      <dgm:spPr/>
    </dgm:pt>
    <dgm:pt modelId="{F4F48E09-3406-4B6C-AEB3-50F02C32CDA9}" type="pres">
      <dgm:prSet presAssocID="{454BDB47-806A-4CA1-A4FE-34E71436C6CB}" presName="parTx" presStyleLbl="revTx" presStyleIdx="1" presStyleCnt="5">
        <dgm:presLayoutVars>
          <dgm:chMax val="0"/>
          <dgm:chPref val="0"/>
        </dgm:presLayoutVars>
      </dgm:prSet>
      <dgm:spPr/>
    </dgm:pt>
    <dgm:pt modelId="{774C36D1-177D-4565-BEA6-6990860051B9}" type="pres">
      <dgm:prSet presAssocID="{7FCA768A-A983-45B8-8880-4A6712A9C413}" presName="sibTrans" presStyleCnt="0"/>
      <dgm:spPr/>
    </dgm:pt>
    <dgm:pt modelId="{96420849-2570-4765-99D6-7CF8DF0ACCEC}" type="pres">
      <dgm:prSet presAssocID="{FD170F7F-E852-4FE2-B910-6F3EE50E63CB}" presName="compNode" presStyleCnt="0"/>
      <dgm:spPr/>
    </dgm:pt>
    <dgm:pt modelId="{26815FEB-9FD9-41F2-950B-0A062226EADE}" type="pres">
      <dgm:prSet presAssocID="{FD170F7F-E852-4FE2-B910-6F3EE50E63CB}" presName="bgRect" presStyleLbl="bgShp" presStyleIdx="2" presStyleCnt="5"/>
      <dgm:spPr/>
    </dgm:pt>
    <dgm:pt modelId="{EDEB8A3D-B920-4979-9FCC-58C4F94CFC36}" type="pres">
      <dgm:prSet presAssocID="{FD170F7F-E852-4FE2-B910-6F3EE50E63C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598AB7F9-C789-42E2-97E2-2454FBF10BFD}" type="pres">
      <dgm:prSet presAssocID="{FD170F7F-E852-4FE2-B910-6F3EE50E63CB}" presName="spaceRect" presStyleCnt="0"/>
      <dgm:spPr/>
    </dgm:pt>
    <dgm:pt modelId="{F6D415E4-998C-493E-9110-FED26047980B}" type="pres">
      <dgm:prSet presAssocID="{FD170F7F-E852-4FE2-B910-6F3EE50E63CB}" presName="parTx" presStyleLbl="revTx" presStyleIdx="2" presStyleCnt="5">
        <dgm:presLayoutVars>
          <dgm:chMax val="0"/>
          <dgm:chPref val="0"/>
        </dgm:presLayoutVars>
      </dgm:prSet>
      <dgm:spPr/>
    </dgm:pt>
    <dgm:pt modelId="{1AFFD1AB-0346-45C2-9662-BB961FB46787}" type="pres">
      <dgm:prSet presAssocID="{7C3B1C5E-439C-4A52-AC13-97D7D2DA48E6}" presName="sibTrans" presStyleCnt="0"/>
      <dgm:spPr/>
    </dgm:pt>
    <dgm:pt modelId="{D608D351-1C56-4032-909B-C37C0A09A21A}" type="pres">
      <dgm:prSet presAssocID="{AB74FF81-6544-443C-A1F3-9E54E33AF1BB}" presName="compNode" presStyleCnt="0"/>
      <dgm:spPr/>
    </dgm:pt>
    <dgm:pt modelId="{07872CC2-F37E-49D6-B423-ED811A22BA0E}" type="pres">
      <dgm:prSet presAssocID="{AB74FF81-6544-443C-A1F3-9E54E33AF1BB}" presName="bgRect" presStyleLbl="bgShp" presStyleIdx="3" presStyleCnt="5"/>
      <dgm:spPr/>
    </dgm:pt>
    <dgm:pt modelId="{85F33F16-08B9-4E59-BBE8-13E0F2A8AC84}" type="pres">
      <dgm:prSet presAssocID="{AB74FF81-6544-443C-A1F3-9E54E33AF1B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7619358-2A68-426C-8A05-2D4050CABDE5}" type="pres">
      <dgm:prSet presAssocID="{AB74FF81-6544-443C-A1F3-9E54E33AF1BB}" presName="spaceRect" presStyleCnt="0"/>
      <dgm:spPr/>
    </dgm:pt>
    <dgm:pt modelId="{DFA11633-BC33-4D9A-A4E7-C09AEB8BB927}" type="pres">
      <dgm:prSet presAssocID="{AB74FF81-6544-443C-A1F3-9E54E33AF1BB}" presName="parTx" presStyleLbl="revTx" presStyleIdx="3" presStyleCnt="5">
        <dgm:presLayoutVars>
          <dgm:chMax val="0"/>
          <dgm:chPref val="0"/>
        </dgm:presLayoutVars>
      </dgm:prSet>
      <dgm:spPr/>
    </dgm:pt>
    <dgm:pt modelId="{831CCFD8-22E4-481B-BCAE-6358A0B076AF}" type="pres">
      <dgm:prSet presAssocID="{CABDD357-ECDC-4121-A4B0-8592A17F53EC}" presName="sibTrans" presStyleCnt="0"/>
      <dgm:spPr/>
    </dgm:pt>
    <dgm:pt modelId="{8600E4BD-08F4-4C41-8354-9662B7AFBF28}" type="pres">
      <dgm:prSet presAssocID="{53407F0D-06F4-4861-8803-1B417BC53B02}" presName="compNode" presStyleCnt="0"/>
      <dgm:spPr/>
    </dgm:pt>
    <dgm:pt modelId="{F29A9616-2A8A-429A-8354-4976AB34D0E5}" type="pres">
      <dgm:prSet presAssocID="{53407F0D-06F4-4861-8803-1B417BC53B02}" presName="bgRect" presStyleLbl="bgShp" presStyleIdx="4" presStyleCnt="5"/>
      <dgm:spPr/>
    </dgm:pt>
    <dgm:pt modelId="{B391C2A6-541F-40D4-8EE0-017B17896C80}" type="pres">
      <dgm:prSet presAssocID="{53407F0D-06F4-4861-8803-1B417BC53B0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"/>
        </a:ext>
      </dgm:extLst>
    </dgm:pt>
    <dgm:pt modelId="{F3367966-DCD2-4C18-B938-4806C11D1C2F}" type="pres">
      <dgm:prSet presAssocID="{53407F0D-06F4-4861-8803-1B417BC53B02}" presName="spaceRect" presStyleCnt="0"/>
      <dgm:spPr/>
    </dgm:pt>
    <dgm:pt modelId="{8980CE3B-BF3B-4349-9F6A-3864E3BEFB5E}" type="pres">
      <dgm:prSet presAssocID="{53407F0D-06F4-4861-8803-1B417BC53B0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276E70D-535F-4EA5-8547-2058452ED021}" type="presOf" srcId="{96E46DA3-5D64-4EE5-984F-7B86660AD67A}" destId="{E332B497-9C2D-4CF9-91E7-26569212E624}" srcOrd="0" destOrd="0" presId="urn:microsoft.com/office/officeart/2018/2/layout/IconVerticalSolidList"/>
    <dgm:cxn modelId="{B0E77225-C4D5-45D4-8A7E-84ACAE6128C9}" srcId="{4C85A26B-AE78-466A-B77E-4985F17982B2}" destId="{FD170F7F-E852-4FE2-B910-6F3EE50E63CB}" srcOrd="2" destOrd="0" parTransId="{A4BAFDB1-BDF3-4598-909F-965C3A75963C}" sibTransId="{7C3B1C5E-439C-4A52-AC13-97D7D2DA48E6}"/>
    <dgm:cxn modelId="{ABBA7866-C6C9-4EE3-90C0-92719758C419}" srcId="{4C85A26B-AE78-466A-B77E-4985F17982B2}" destId="{AB74FF81-6544-443C-A1F3-9E54E33AF1BB}" srcOrd="3" destOrd="0" parTransId="{465987CA-ED6D-4388-A6EF-42EF410E281B}" sibTransId="{CABDD357-ECDC-4121-A4B0-8592A17F53EC}"/>
    <dgm:cxn modelId="{AB86EC6F-6AC9-4A25-8E36-9903771367D2}" srcId="{4C85A26B-AE78-466A-B77E-4985F17982B2}" destId="{96E46DA3-5D64-4EE5-984F-7B86660AD67A}" srcOrd="0" destOrd="0" parTransId="{8615F05D-F87B-4288-9E22-8DB7AECDE29B}" sibTransId="{4758C93F-A2F8-4566-8A1D-4B0C7D8F41A4}"/>
    <dgm:cxn modelId="{366C9B81-8ABC-4081-82F3-793D9C5CCBFE}" type="presOf" srcId="{53407F0D-06F4-4861-8803-1B417BC53B02}" destId="{8980CE3B-BF3B-4349-9F6A-3864E3BEFB5E}" srcOrd="0" destOrd="0" presId="urn:microsoft.com/office/officeart/2018/2/layout/IconVerticalSolidList"/>
    <dgm:cxn modelId="{B19F409D-6232-4536-B455-7D214DC0B84C}" type="presOf" srcId="{AB74FF81-6544-443C-A1F3-9E54E33AF1BB}" destId="{DFA11633-BC33-4D9A-A4E7-C09AEB8BB927}" srcOrd="0" destOrd="0" presId="urn:microsoft.com/office/officeart/2018/2/layout/IconVerticalSolidList"/>
    <dgm:cxn modelId="{24D14AAB-414A-45B3-8C47-6C252BCCAA70}" type="presOf" srcId="{4C85A26B-AE78-466A-B77E-4985F17982B2}" destId="{D6348D9C-805E-4297-9109-3C13C1832C22}" srcOrd="0" destOrd="0" presId="urn:microsoft.com/office/officeart/2018/2/layout/IconVerticalSolidList"/>
    <dgm:cxn modelId="{74A3AFB4-84B8-422A-93A5-E6C6D533B1D0}" type="presOf" srcId="{454BDB47-806A-4CA1-A4FE-34E71436C6CB}" destId="{F4F48E09-3406-4B6C-AEB3-50F02C32CDA9}" srcOrd="0" destOrd="0" presId="urn:microsoft.com/office/officeart/2018/2/layout/IconVerticalSolidList"/>
    <dgm:cxn modelId="{0D0EEDC8-FDB0-43D4-9AA1-A8C8E087C693}" type="presOf" srcId="{FD170F7F-E852-4FE2-B910-6F3EE50E63CB}" destId="{F6D415E4-998C-493E-9110-FED26047980B}" srcOrd="0" destOrd="0" presId="urn:microsoft.com/office/officeart/2018/2/layout/IconVerticalSolidList"/>
    <dgm:cxn modelId="{6EE2A7D3-6B1F-4C8F-89F4-B919B6BEDA70}" srcId="{4C85A26B-AE78-466A-B77E-4985F17982B2}" destId="{53407F0D-06F4-4861-8803-1B417BC53B02}" srcOrd="4" destOrd="0" parTransId="{239C0BAC-781C-4434-9E10-84C37DA395BD}" sibTransId="{5818FC61-2EE6-47BE-8EC9-19200AC7FF31}"/>
    <dgm:cxn modelId="{958D20D4-806D-4A4D-BA69-21B4A8A21F27}" srcId="{4C85A26B-AE78-466A-B77E-4985F17982B2}" destId="{454BDB47-806A-4CA1-A4FE-34E71436C6CB}" srcOrd="1" destOrd="0" parTransId="{46BA5CAC-C751-45F7-B28E-38052DA46F4A}" sibTransId="{7FCA768A-A983-45B8-8880-4A6712A9C413}"/>
    <dgm:cxn modelId="{09EAD721-327A-4D0E-A5EF-2EE81E8427E0}" type="presParOf" srcId="{D6348D9C-805E-4297-9109-3C13C1832C22}" destId="{30A072AE-3B5F-4F58-9A03-1DE3DC0659DB}" srcOrd="0" destOrd="0" presId="urn:microsoft.com/office/officeart/2018/2/layout/IconVerticalSolidList"/>
    <dgm:cxn modelId="{F1230D1C-DB9F-423A-8538-4650C608C048}" type="presParOf" srcId="{30A072AE-3B5F-4F58-9A03-1DE3DC0659DB}" destId="{CE9595D4-219F-42B3-AA51-DE89BDE3FA94}" srcOrd="0" destOrd="0" presId="urn:microsoft.com/office/officeart/2018/2/layout/IconVerticalSolidList"/>
    <dgm:cxn modelId="{5C5CAEE5-4904-4CFF-A482-352876A14545}" type="presParOf" srcId="{30A072AE-3B5F-4F58-9A03-1DE3DC0659DB}" destId="{6DE70BDB-1F49-4F62-9B52-0DDB64746AA3}" srcOrd="1" destOrd="0" presId="urn:microsoft.com/office/officeart/2018/2/layout/IconVerticalSolidList"/>
    <dgm:cxn modelId="{8F201C7A-8F93-4250-B1E4-A57B0B3A813C}" type="presParOf" srcId="{30A072AE-3B5F-4F58-9A03-1DE3DC0659DB}" destId="{C5DD4B60-0E33-45B2-9F51-5E5787794000}" srcOrd="2" destOrd="0" presId="urn:microsoft.com/office/officeart/2018/2/layout/IconVerticalSolidList"/>
    <dgm:cxn modelId="{36821A35-2E2F-4EA0-A3F2-87C02A6E4D36}" type="presParOf" srcId="{30A072AE-3B5F-4F58-9A03-1DE3DC0659DB}" destId="{E332B497-9C2D-4CF9-91E7-26569212E624}" srcOrd="3" destOrd="0" presId="urn:microsoft.com/office/officeart/2018/2/layout/IconVerticalSolidList"/>
    <dgm:cxn modelId="{8F0182D1-C417-4404-B790-3880CEF7F8D5}" type="presParOf" srcId="{D6348D9C-805E-4297-9109-3C13C1832C22}" destId="{17002997-24F4-49F4-A418-2FCF2B811E1E}" srcOrd="1" destOrd="0" presId="urn:microsoft.com/office/officeart/2018/2/layout/IconVerticalSolidList"/>
    <dgm:cxn modelId="{B0179510-C2C9-427B-9AB2-27DE4D3B10CC}" type="presParOf" srcId="{D6348D9C-805E-4297-9109-3C13C1832C22}" destId="{A9AC067B-10F7-4EE4-A812-FEF5F85CAC5B}" srcOrd="2" destOrd="0" presId="urn:microsoft.com/office/officeart/2018/2/layout/IconVerticalSolidList"/>
    <dgm:cxn modelId="{482EFA4B-B371-4B79-91DD-6393D615D4EE}" type="presParOf" srcId="{A9AC067B-10F7-4EE4-A812-FEF5F85CAC5B}" destId="{E806E43F-1DD7-4FC4-B7AF-1C3D0FE1D601}" srcOrd="0" destOrd="0" presId="urn:microsoft.com/office/officeart/2018/2/layout/IconVerticalSolidList"/>
    <dgm:cxn modelId="{89D44E28-0F4F-41F7-B82B-D501095125ED}" type="presParOf" srcId="{A9AC067B-10F7-4EE4-A812-FEF5F85CAC5B}" destId="{B1BFA8A6-6C82-4E36-BECB-770D1734AF5C}" srcOrd="1" destOrd="0" presId="urn:microsoft.com/office/officeart/2018/2/layout/IconVerticalSolidList"/>
    <dgm:cxn modelId="{773DAF7F-B7B8-485E-9723-A67891095556}" type="presParOf" srcId="{A9AC067B-10F7-4EE4-A812-FEF5F85CAC5B}" destId="{6CE8250D-A15B-461F-8157-AEA987230B57}" srcOrd="2" destOrd="0" presId="urn:microsoft.com/office/officeart/2018/2/layout/IconVerticalSolidList"/>
    <dgm:cxn modelId="{5F26989A-7FB5-4DAF-849F-300219F15D7C}" type="presParOf" srcId="{A9AC067B-10F7-4EE4-A812-FEF5F85CAC5B}" destId="{F4F48E09-3406-4B6C-AEB3-50F02C32CDA9}" srcOrd="3" destOrd="0" presId="urn:microsoft.com/office/officeart/2018/2/layout/IconVerticalSolidList"/>
    <dgm:cxn modelId="{5A2A3E6A-CC6D-4981-BC8D-57B900BC13CE}" type="presParOf" srcId="{D6348D9C-805E-4297-9109-3C13C1832C22}" destId="{774C36D1-177D-4565-BEA6-6990860051B9}" srcOrd="3" destOrd="0" presId="urn:microsoft.com/office/officeart/2018/2/layout/IconVerticalSolidList"/>
    <dgm:cxn modelId="{C343371F-BD10-41AF-928F-D5871968D33B}" type="presParOf" srcId="{D6348D9C-805E-4297-9109-3C13C1832C22}" destId="{96420849-2570-4765-99D6-7CF8DF0ACCEC}" srcOrd="4" destOrd="0" presId="urn:microsoft.com/office/officeart/2018/2/layout/IconVerticalSolidList"/>
    <dgm:cxn modelId="{A9BFF4AE-797F-40AA-874E-6DB85E518AE0}" type="presParOf" srcId="{96420849-2570-4765-99D6-7CF8DF0ACCEC}" destId="{26815FEB-9FD9-41F2-950B-0A062226EADE}" srcOrd="0" destOrd="0" presId="urn:microsoft.com/office/officeart/2018/2/layout/IconVerticalSolidList"/>
    <dgm:cxn modelId="{9276360A-CB0E-4373-8027-782E4ECC9A7D}" type="presParOf" srcId="{96420849-2570-4765-99D6-7CF8DF0ACCEC}" destId="{EDEB8A3D-B920-4979-9FCC-58C4F94CFC36}" srcOrd="1" destOrd="0" presId="urn:microsoft.com/office/officeart/2018/2/layout/IconVerticalSolidList"/>
    <dgm:cxn modelId="{298B3BA5-74D1-4857-8D8B-46E0F624E531}" type="presParOf" srcId="{96420849-2570-4765-99D6-7CF8DF0ACCEC}" destId="{598AB7F9-C789-42E2-97E2-2454FBF10BFD}" srcOrd="2" destOrd="0" presId="urn:microsoft.com/office/officeart/2018/2/layout/IconVerticalSolidList"/>
    <dgm:cxn modelId="{2E3E2270-628D-43B9-81A1-115640FCD3DA}" type="presParOf" srcId="{96420849-2570-4765-99D6-7CF8DF0ACCEC}" destId="{F6D415E4-998C-493E-9110-FED26047980B}" srcOrd="3" destOrd="0" presId="urn:microsoft.com/office/officeart/2018/2/layout/IconVerticalSolidList"/>
    <dgm:cxn modelId="{DDB8CA14-D374-4E06-9960-A9F0580ABE60}" type="presParOf" srcId="{D6348D9C-805E-4297-9109-3C13C1832C22}" destId="{1AFFD1AB-0346-45C2-9662-BB961FB46787}" srcOrd="5" destOrd="0" presId="urn:microsoft.com/office/officeart/2018/2/layout/IconVerticalSolidList"/>
    <dgm:cxn modelId="{427896A5-07E8-42F3-9C34-738D71618DC7}" type="presParOf" srcId="{D6348D9C-805E-4297-9109-3C13C1832C22}" destId="{D608D351-1C56-4032-909B-C37C0A09A21A}" srcOrd="6" destOrd="0" presId="urn:microsoft.com/office/officeart/2018/2/layout/IconVerticalSolidList"/>
    <dgm:cxn modelId="{C4CA1EBA-B3AA-430A-9146-07C4DFE55AA2}" type="presParOf" srcId="{D608D351-1C56-4032-909B-C37C0A09A21A}" destId="{07872CC2-F37E-49D6-B423-ED811A22BA0E}" srcOrd="0" destOrd="0" presId="urn:microsoft.com/office/officeart/2018/2/layout/IconVerticalSolidList"/>
    <dgm:cxn modelId="{4DDB6EF3-F85E-4982-AB80-9D5F049393D9}" type="presParOf" srcId="{D608D351-1C56-4032-909B-C37C0A09A21A}" destId="{85F33F16-08B9-4E59-BBE8-13E0F2A8AC84}" srcOrd="1" destOrd="0" presId="urn:microsoft.com/office/officeart/2018/2/layout/IconVerticalSolidList"/>
    <dgm:cxn modelId="{1EC9BEDB-389A-4BA3-A606-1A0C0919EE7E}" type="presParOf" srcId="{D608D351-1C56-4032-909B-C37C0A09A21A}" destId="{87619358-2A68-426C-8A05-2D4050CABDE5}" srcOrd="2" destOrd="0" presId="urn:microsoft.com/office/officeart/2018/2/layout/IconVerticalSolidList"/>
    <dgm:cxn modelId="{6F599026-F44D-4283-9169-26E3BD12E688}" type="presParOf" srcId="{D608D351-1C56-4032-909B-C37C0A09A21A}" destId="{DFA11633-BC33-4D9A-A4E7-C09AEB8BB927}" srcOrd="3" destOrd="0" presId="urn:microsoft.com/office/officeart/2018/2/layout/IconVerticalSolidList"/>
    <dgm:cxn modelId="{327AFC6F-CAB3-404D-9982-5AD9EBD2E76E}" type="presParOf" srcId="{D6348D9C-805E-4297-9109-3C13C1832C22}" destId="{831CCFD8-22E4-481B-BCAE-6358A0B076AF}" srcOrd="7" destOrd="0" presId="urn:microsoft.com/office/officeart/2018/2/layout/IconVerticalSolidList"/>
    <dgm:cxn modelId="{5EA6ECC0-9CC3-43D4-AED1-0FC2B73CD4C7}" type="presParOf" srcId="{D6348D9C-805E-4297-9109-3C13C1832C22}" destId="{8600E4BD-08F4-4C41-8354-9662B7AFBF28}" srcOrd="8" destOrd="0" presId="urn:microsoft.com/office/officeart/2018/2/layout/IconVerticalSolidList"/>
    <dgm:cxn modelId="{163F0479-4C43-4D33-9CA1-C46445CB8D89}" type="presParOf" srcId="{8600E4BD-08F4-4C41-8354-9662B7AFBF28}" destId="{F29A9616-2A8A-429A-8354-4976AB34D0E5}" srcOrd="0" destOrd="0" presId="urn:microsoft.com/office/officeart/2018/2/layout/IconVerticalSolidList"/>
    <dgm:cxn modelId="{F23F4661-4B56-439C-8E0A-71EBB1823BBF}" type="presParOf" srcId="{8600E4BD-08F4-4C41-8354-9662B7AFBF28}" destId="{B391C2A6-541F-40D4-8EE0-017B17896C80}" srcOrd="1" destOrd="0" presId="urn:microsoft.com/office/officeart/2018/2/layout/IconVerticalSolidList"/>
    <dgm:cxn modelId="{B6F9BFC5-020C-4F68-AC2F-B089C1AD2E09}" type="presParOf" srcId="{8600E4BD-08F4-4C41-8354-9662B7AFBF28}" destId="{F3367966-DCD2-4C18-B938-4806C11D1C2F}" srcOrd="2" destOrd="0" presId="urn:microsoft.com/office/officeart/2018/2/layout/IconVerticalSolidList"/>
    <dgm:cxn modelId="{A6FCA638-EA84-4399-BBDF-D64EACC4D3EF}" type="presParOf" srcId="{8600E4BD-08F4-4C41-8354-9662B7AFBF28}" destId="{8980CE3B-BF3B-4349-9F6A-3864E3BEFB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9A16CC-93B4-4AE2-8C14-0DAA870B8953}" type="doc">
      <dgm:prSet loTypeId="urn:microsoft.com/office/officeart/2005/8/layout/vProcess5" loCatId="process" qsTypeId="urn:microsoft.com/office/officeart/2005/8/quickstyle/simple1#35" qsCatId="simple" csTypeId="urn:microsoft.com/office/officeart/2005/8/colors/colorful2#8" csCatId="colorful"/>
      <dgm:spPr/>
      <dgm:t>
        <a:bodyPr/>
        <a:lstStyle/>
        <a:p>
          <a:endParaRPr lang="en-US"/>
        </a:p>
      </dgm:t>
    </dgm:pt>
    <dgm:pt modelId="{7FC60230-B9E0-4842-A314-D6438617BFEF}">
      <dgm:prSet/>
      <dgm:spPr/>
      <dgm:t>
        <a:bodyPr/>
        <a:lstStyle/>
        <a:p>
          <a:r>
            <a:rPr lang="en-US"/>
            <a:t>Bivariate analysis studies the relationship between two variables.</a:t>
          </a:r>
        </a:p>
      </dgm:t>
    </dgm:pt>
    <dgm:pt modelId="{01F24B8D-19D2-4078-B5DE-8ABFD7288787}" type="parTrans" cxnId="{7C95D755-F055-4257-A215-32AB79284E70}">
      <dgm:prSet/>
      <dgm:spPr/>
      <dgm:t>
        <a:bodyPr/>
        <a:lstStyle/>
        <a:p>
          <a:endParaRPr lang="en-US"/>
        </a:p>
      </dgm:t>
    </dgm:pt>
    <dgm:pt modelId="{7EE76F6D-AB7D-484A-9188-81A55332D2BB}" type="sibTrans" cxnId="{7C95D755-F055-4257-A215-32AB79284E70}">
      <dgm:prSet/>
      <dgm:spPr/>
      <dgm:t>
        <a:bodyPr/>
        <a:lstStyle/>
        <a:p>
          <a:endParaRPr lang="en-US"/>
        </a:p>
      </dgm:t>
    </dgm:pt>
    <dgm:pt modelId="{A5F9879F-FE31-4046-90E1-AB588294D352}">
      <dgm:prSet/>
      <dgm:spPr/>
      <dgm:t>
        <a:bodyPr/>
        <a:lstStyle/>
        <a:p>
          <a:r>
            <a:rPr lang="en-US"/>
            <a:t>Scatter plot: useful for two numerical variables.</a:t>
          </a:r>
        </a:p>
      </dgm:t>
    </dgm:pt>
    <dgm:pt modelId="{57104735-23A6-4CEB-B4CA-E43D9699C2E3}" type="parTrans" cxnId="{50B67709-8FCD-4C3C-A825-413209202F1E}">
      <dgm:prSet/>
      <dgm:spPr/>
      <dgm:t>
        <a:bodyPr/>
        <a:lstStyle/>
        <a:p>
          <a:endParaRPr lang="en-US"/>
        </a:p>
      </dgm:t>
    </dgm:pt>
    <dgm:pt modelId="{79745E85-87A5-43EF-BED7-87EBB49570F9}" type="sibTrans" cxnId="{50B67709-8FCD-4C3C-A825-413209202F1E}">
      <dgm:prSet/>
      <dgm:spPr/>
      <dgm:t>
        <a:bodyPr/>
        <a:lstStyle/>
        <a:p>
          <a:endParaRPr lang="en-US"/>
        </a:p>
      </dgm:t>
    </dgm:pt>
    <dgm:pt modelId="{B2C8FF47-D83D-4CC2-ACCE-BBE16C23E35C}">
      <dgm:prSet/>
      <dgm:spPr/>
      <dgm:t>
        <a:bodyPr/>
        <a:lstStyle/>
        <a:p>
          <a:r>
            <a:rPr lang="en-US"/>
            <a:t>Example: Attendance vs Marks.</a:t>
          </a:r>
        </a:p>
      </dgm:t>
    </dgm:pt>
    <dgm:pt modelId="{CABB2508-866E-467D-8E61-EFE207CF1D5F}" type="parTrans" cxnId="{679A99A7-8CAD-4C50-8492-C51D609C6223}">
      <dgm:prSet/>
      <dgm:spPr/>
      <dgm:t>
        <a:bodyPr/>
        <a:lstStyle/>
        <a:p>
          <a:endParaRPr lang="en-US"/>
        </a:p>
      </dgm:t>
    </dgm:pt>
    <dgm:pt modelId="{6EEFF130-1670-4EA4-A74D-C0FDF862BB1A}" type="sibTrans" cxnId="{679A99A7-8CAD-4C50-8492-C51D609C6223}">
      <dgm:prSet/>
      <dgm:spPr/>
      <dgm:t>
        <a:bodyPr/>
        <a:lstStyle/>
        <a:p>
          <a:endParaRPr lang="en-US"/>
        </a:p>
      </dgm:t>
    </dgm:pt>
    <dgm:pt modelId="{D5EC077F-CE6C-425B-9BF2-2ED7C90CC9E7}">
      <dgm:prSet/>
      <dgm:spPr/>
      <dgm:t>
        <a:bodyPr/>
        <a:lstStyle/>
        <a:p>
          <a:r>
            <a:rPr lang="en-US"/>
            <a:t>The graph can help identify patterns, trends, or unusual observations.</a:t>
          </a:r>
        </a:p>
      </dgm:t>
    </dgm:pt>
    <dgm:pt modelId="{2EFF44D4-D66E-4DBB-8065-E2B75AF95572}" type="parTrans" cxnId="{FFD9DAEE-6344-4DFF-8D2C-8CAF30AAB15B}">
      <dgm:prSet/>
      <dgm:spPr/>
      <dgm:t>
        <a:bodyPr/>
        <a:lstStyle/>
        <a:p>
          <a:endParaRPr lang="en-US"/>
        </a:p>
      </dgm:t>
    </dgm:pt>
    <dgm:pt modelId="{99B93139-46C8-4D27-8014-324401A2A0D0}" type="sibTrans" cxnId="{FFD9DAEE-6344-4DFF-8D2C-8CAF30AAB15B}">
      <dgm:prSet/>
      <dgm:spPr/>
      <dgm:t>
        <a:bodyPr/>
        <a:lstStyle/>
        <a:p>
          <a:endParaRPr lang="en-US"/>
        </a:p>
      </dgm:t>
    </dgm:pt>
    <dgm:pt modelId="{DA8637D6-BB94-4572-BA7C-65D7D11EFCEF}" type="pres">
      <dgm:prSet presAssocID="{2D9A16CC-93B4-4AE2-8C14-0DAA870B8953}" presName="outerComposite" presStyleCnt="0">
        <dgm:presLayoutVars>
          <dgm:chMax val="5"/>
          <dgm:dir/>
          <dgm:resizeHandles val="exact"/>
        </dgm:presLayoutVars>
      </dgm:prSet>
      <dgm:spPr/>
    </dgm:pt>
    <dgm:pt modelId="{0B691446-8490-4D65-8331-454C1FE98D52}" type="pres">
      <dgm:prSet presAssocID="{2D9A16CC-93B4-4AE2-8C14-0DAA870B8953}" presName="dummyMaxCanvas" presStyleCnt="0">
        <dgm:presLayoutVars/>
      </dgm:prSet>
      <dgm:spPr/>
    </dgm:pt>
    <dgm:pt modelId="{F483833B-CD8B-43A0-967E-1B3EF6578AB9}" type="pres">
      <dgm:prSet presAssocID="{2D9A16CC-93B4-4AE2-8C14-0DAA870B8953}" presName="FourNodes_1" presStyleLbl="node1" presStyleIdx="0" presStyleCnt="4">
        <dgm:presLayoutVars>
          <dgm:bulletEnabled val="1"/>
        </dgm:presLayoutVars>
      </dgm:prSet>
      <dgm:spPr/>
    </dgm:pt>
    <dgm:pt modelId="{630282F6-0476-4697-B1F4-D9F06C33BA0A}" type="pres">
      <dgm:prSet presAssocID="{2D9A16CC-93B4-4AE2-8C14-0DAA870B8953}" presName="FourNodes_2" presStyleLbl="node1" presStyleIdx="1" presStyleCnt="4">
        <dgm:presLayoutVars>
          <dgm:bulletEnabled val="1"/>
        </dgm:presLayoutVars>
      </dgm:prSet>
      <dgm:spPr/>
    </dgm:pt>
    <dgm:pt modelId="{A3FCEAD0-34C9-4CA7-B142-8FF60435AB01}" type="pres">
      <dgm:prSet presAssocID="{2D9A16CC-93B4-4AE2-8C14-0DAA870B8953}" presName="FourNodes_3" presStyleLbl="node1" presStyleIdx="2" presStyleCnt="4">
        <dgm:presLayoutVars>
          <dgm:bulletEnabled val="1"/>
        </dgm:presLayoutVars>
      </dgm:prSet>
      <dgm:spPr/>
    </dgm:pt>
    <dgm:pt modelId="{D0EA36ED-2954-47B2-B4D2-97DBBF0BBBB2}" type="pres">
      <dgm:prSet presAssocID="{2D9A16CC-93B4-4AE2-8C14-0DAA870B8953}" presName="FourNodes_4" presStyleLbl="node1" presStyleIdx="3" presStyleCnt="4">
        <dgm:presLayoutVars>
          <dgm:bulletEnabled val="1"/>
        </dgm:presLayoutVars>
      </dgm:prSet>
      <dgm:spPr/>
    </dgm:pt>
    <dgm:pt modelId="{4D550471-0E37-49D1-BCDD-E9B7163B8E3E}" type="pres">
      <dgm:prSet presAssocID="{2D9A16CC-93B4-4AE2-8C14-0DAA870B8953}" presName="FourConn_1-2" presStyleLbl="fgAccFollowNode1" presStyleIdx="0" presStyleCnt="3">
        <dgm:presLayoutVars>
          <dgm:bulletEnabled val="1"/>
        </dgm:presLayoutVars>
      </dgm:prSet>
      <dgm:spPr/>
    </dgm:pt>
    <dgm:pt modelId="{EA1DD230-5ADB-41A6-9D81-928BC236E8D6}" type="pres">
      <dgm:prSet presAssocID="{2D9A16CC-93B4-4AE2-8C14-0DAA870B8953}" presName="FourConn_2-3" presStyleLbl="fgAccFollowNode1" presStyleIdx="1" presStyleCnt="3">
        <dgm:presLayoutVars>
          <dgm:bulletEnabled val="1"/>
        </dgm:presLayoutVars>
      </dgm:prSet>
      <dgm:spPr/>
    </dgm:pt>
    <dgm:pt modelId="{B4A3270E-1A59-45B3-83A3-537C21FBEA65}" type="pres">
      <dgm:prSet presAssocID="{2D9A16CC-93B4-4AE2-8C14-0DAA870B8953}" presName="FourConn_3-4" presStyleLbl="fgAccFollowNode1" presStyleIdx="2" presStyleCnt="3">
        <dgm:presLayoutVars>
          <dgm:bulletEnabled val="1"/>
        </dgm:presLayoutVars>
      </dgm:prSet>
      <dgm:spPr/>
    </dgm:pt>
    <dgm:pt modelId="{6FDE9349-744B-45AD-9517-644DF84B3206}" type="pres">
      <dgm:prSet presAssocID="{2D9A16CC-93B4-4AE2-8C14-0DAA870B8953}" presName="FourNodes_1_text" presStyleLbl="node1" presStyleIdx="3" presStyleCnt="4">
        <dgm:presLayoutVars>
          <dgm:bulletEnabled val="1"/>
        </dgm:presLayoutVars>
      </dgm:prSet>
      <dgm:spPr/>
    </dgm:pt>
    <dgm:pt modelId="{A81299FC-DFCF-4061-9E31-5C95CFC12168}" type="pres">
      <dgm:prSet presAssocID="{2D9A16CC-93B4-4AE2-8C14-0DAA870B8953}" presName="FourNodes_2_text" presStyleLbl="node1" presStyleIdx="3" presStyleCnt="4">
        <dgm:presLayoutVars>
          <dgm:bulletEnabled val="1"/>
        </dgm:presLayoutVars>
      </dgm:prSet>
      <dgm:spPr/>
    </dgm:pt>
    <dgm:pt modelId="{59EE3E0C-F064-4037-905C-712A70EC2372}" type="pres">
      <dgm:prSet presAssocID="{2D9A16CC-93B4-4AE2-8C14-0DAA870B8953}" presName="FourNodes_3_text" presStyleLbl="node1" presStyleIdx="3" presStyleCnt="4">
        <dgm:presLayoutVars>
          <dgm:bulletEnabled val="1"/>
        </dgm:presLayoutVars>
      </dgm:prSet>
      <dgm:spPr/>
    </dgm:pt>
    <dgm:pt modelId="{5C33CF4E-9638-4171-AA84-0818DC9AA861}" type="pres">
      <dgm:prSet presAssocID="{2D9A16CC-93B4-4AE2-8C14-0DAA870B895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0B67709-8FCD-4C3C-A825-413209202F1E}" srcId="{2D9A16CC-93B4-4AE2-8C14-0DAA870B8953}" destId="{A5F9879F-FE31-4046-90E1-AB588294D352}" srcOrd="1" destOrd="0" parTransId="{57104735-23A6-4CEB-B4CA-E43D9699C2E3}" sibTransId="{79745E85-87A5-43EF-BED7-87EBB49570F9}"/>
    <dgm:cxn modelId="{20D72B10-4C4B-4CE3-8A9C-E75D64BFA94E}" type="presOf" srcId="{D5EC077F-CE6C-425B-9BF2-2ED7C90CC9E7}" destId="{5C33CF4E-9638-4171-AA84-0818DC9AA861}" srcOrd="1" destOrd="0" presId="urn:microsoft.com/office/officeart/2005/8/layout/vProcess5"/>
    <dgm:cxn modelId="{7D171D18-A3DB-490C-8546-3BB8126E412F}" type="presOf" srcId="{6EEFF130-1670-4EA4-A74D-C0FDF862BB1A}" destId="{B4A3270E-1A59-45B3-83A3-537C21FBEA65}" srcOrd="0" destOrd="0" presId="urn:microsoft.com/office/officeart/2005/8/layout/vProcess5"/>
    <dgm:cxn modelId="{7D7A3D2A-C470-4A2B-9043-6F3278D70078}" type="presOf" srcId="{7FC60230-B9E0-4842-A314-D6438617BFEF}" destId="{F483833B-CD8B-43A0-967E-1B3EF6578AB9}" srcOrd="0" destOrd="0" presId="urn:microsoft.com/office/officeart/2005/8/layout/vProcess5"/>
    <dgm:cxn modelId="{7C397440-90AA-434C-9794-2F0055F5271B}" type="presOf" srcId="{B2C8FF47-D83D-4CC2-ACCE-BBE16C23E35C}" destId="{59EE3E0C-F064-4037-905C-712A70EC2372}" srcOrd="1" destOrd="0" presId="urn:microsoft.com/office/officeart/2005/8/layout/vProcess5"/>
    <dgm:cxn modelId="{81C2DF47-F159-40CD-B0DA-A7B50E88BF49}" type="presOf" srcId="{A5F9879F-FE31-4046-90E1-AB588294D352}" destId="{A81299FC-DFCF-4061-9E31-5C95CFC12168}" srcOrd="1" destOrd="0" presId="urn:microsoft.com/office/officeart/2005/8/layout/vProcess5"/>
    <dgm:cxn modelId="{60AA084A-B38B-46E3-8A1A-7C19058F7A33}" type="presOf" srcId="{79745E85-87A5-43EF-BED7-87EBB49570F9}" destId="{EA1DD230-5ADB-41A6-9D81-928BC236E8D6}" srcOrd="0" destOrd="0" presId="urn:microsoft.com/office/officeart/2005/8/layout/vProcess5"/>
    <dgm:cxn modelId="{7C95D755-F055-4257-A215-32AB79284E70}" srcId="{2D9A16CC-93B4-4AE2-8C14-0DAA870B8953}" destId="{7FC60230-B9E0-4842-A314-D6438617BFEF}" srcOrd="0" destOrd="0" parTransId="{01F24B8D-19D2-4078-B5DE-8ABFD7288787}" sibTransId="{7EE76F6D-AB7D-484A-9188-81A55332D2BB}"/>
    <dgm:cxn modelId="{679A99A7-8CAD-4C50-8492-C51D609C6223}" srcId="{2D9A16CC-93B4-4AE2-8C14-0DAA870B8953}" destId="{B2C8FF47-D83D-4CC2-ACCE-BBE16C23E35C}" srcOrd="2" destOrd="0" parTransId="{CABB2508-866E-467D-8E61-EFE207CF1D5F}" sibTransId="{6EEFF130-1670-4EA4-A74D-C0FDF862BB1A}"/>
    <dgm:cxn modelId="{89C58BA8-6E56-46E5-AA2A-EE3179F9C60D}" type="presOf" srcId="{7EE76F6D-AB7D-484A-9188-81A55332D2BB}" destId="{4D550471-0E37-49D1-BCDD-E9B7163B8E3E}" srcOrd="0" destOrd="0" presId="urn:microsoft.com/office/officeart/2005/8/layout/vProcess5"/>
    <dgm:cxn modelId="{528128A9-75D7-458E-A508-DA95258761CA}" type="presOf" srcId="{D5EC077F-CE6C-425B-9BF2-2ED7C90CC9E7}" destId="{D0EA36ED-2954-47B2-B4D2-97DBBF0BBBB2}" srcOrd="0" destOrd="0" presId="urn:microsoft.com/office/officeart/2005/8/layout/vProcess5"/>
    <dgm:cxn modelId="{F81BBEAD-8529-4368-9429-07241470444B}" type="presOf" srcId="{7FC60230-B9E0-4842-A314-D6438617BFEF}" destId="{6FDE9349-744B-45AD-9517-644DF84B3206}" srcOrd="1" destOrd="0" presId="urn:microsoft.com/office/officeart/2005/8/layout/vProcess5"/>
    <dgm:cxn modelId="{BBE927E2-180C-4AB2-A817-2EAE1B118431}" type="presOf" srcId="{B2C8FF47-D83D-4CC2-ACCE-BBE16C23E35C}" destId="{A3FCEAD0-34C9-4CA7-B142-8FF60435AB01}" srcOrd="0" destOrd="0" presId="urn:microsoft.com/office/officeart/2005/8/layout/vProcess5"/>
    <dgm:cxn modelId="{B5A67EE3-2698-479A-B1A1-EB60082B5626}" type="presOf" srcId="{A5F9879F-FE31-4046-90E1-AB588294D352}" destId="{630282F6-0476-4697-B1F4-D9F06C33BA0A}" srcOrd="0" destOrd="0" presId="urn:microsoft.com/office/officeart/2005/8/layout/vProcess5"/>
    <dgm:cxn modelId="{51E7EEE7-8B35-4CB0-9F91-D15E564B8FDE}" type="presOf" srcId="{2D9A16CC-93B4-4AE2-8C14-0DAA870B8953}" destId="{DA8637D6-BB94-4572-BA7C-65D7D11EFCEF}" srcOrd="0" destOrd="0" presId="urn:microsoft.com/office/officeart/2005/8/layout/vProcess5"/>
    <dgm:cxn modelId="{FFD9DAEE-6344-4DFF-8D2C-8CAF30AAB15B}" srcId="{2D9A16CC-93B4-4AE2-8C14-0DAA870B8953}" destId="{D5EC077F-CE6C-425B-9BF2-2ED7C90CC9E7}" srcOrd="3" destOrd="0" parTransId="{2EFF44D4-D66E-4DBB-8065-E2B75AF95572}" sibTransId="{99B93139-46C8-4D27-8014-324401A2A0D0}"/>
    <dgm:cxn modelId="{8D653A39-A499-4614-9A3B-91BA8D591BCA}" type="presParOf" srcId="{DA8637D6-BB94-4572-BA7C-65D7D11EFCEF}" destId="{0B691446-8490-4D65-8331-454C1FE98D52}" srcOrd="0" destOrd="0" presId="urn:microsoft.com/office/officeart/2005/8/layout/vProcess5"/>
    <dgm:cxn modelId="{034976B3-5702-4181-B876-61F5E47ADE97}" type="presParOf" srcId="{DA8637D6-BB94-4572-BA7C-65D7D11EFCEF}" destId="{F483833B-CD8B-43A0-967E-1B3EF6578AB9}" srcOrd="1" destOrd="0" presId="urn:microsoft.com/office/officeart/2005/8/layout/vProcess5"/>
    <dgm:cxn modelId="{1D703BFC-FB4F-4C59-A071-175638295749}" type="presParOf" srcId="{DA8637D6-BB94-4572-BA7C-65D7D11EFCEF}" destId="{630282F6-0476-4697-B1F4-D9F06C33BA0A}" srcOrd="2" destOrd="0" presId="urn:microsoft.com/office/officeart/2005/8/layout/vProcess5"/>
    <dgm:cxn modelId="{05772F29-D88E-4F22-99C5-4DDBEFB1878E}" type="presParOf" srcId="{DA8637D6-BB94-4572-BA7C-65D7D11EFCEF}" destId="{A3FCEAD0-34C9-4CA7-B142-8FF60435AB01}" srcOrd="3" destOrd="0" presId="urn:microsoft.com/office/officeart/2005/8/layout/vProcess5"/>
    <dgm:cxn modelId="{417B4743-F31E-4966-AB1E-D6731677758C}" type="presParOf" srcId="{DA8637D6-BB94-4572-BA7C-65D7D11EFCEF}" destId="{D0EA36ED-2954-47B2-B4D2-97DBBF0BBBB2}" srcOrd="4" destOrd="0" presId="urn:microsoft.com/office/officeart/2005/8/layout/vProcess5"/>
    <dgm:cxn modelId="{72971EEA-0075-4CFC-BE87-1F53F2C5227E}" type="presParOf" srcId="{DA8637D6-BB94-4572-BA7C-65D7D11EFCEF}" destId="{4D550471-0E37-49D1-BCDD-E9B7163B8E3E}" srcOrd="5" destOrd="0" presId="urn:microsoft.com/office/officeart/2005/8/layout/vProcess5"/>
    <dgm:cxn modelId="{3FE1D0D1-D06F-437D-BEF1-16252DC17C57}" type="presParOf" srcId="{DA8637D6-BB94-4572-BA7C-65D7D11EFCEF}" destId="{EA1DD230-5ADB-41A6-9D81-928BC236E8D6}" srcOrd="6" destOrd="0" presId="urn:microsoft.com/office/officeart/2005/8/layout/vProcess5"/>
    <dgm:cxn modelId="{EA1C920D-B46D-4E7D-80CE-76DD8DA55F87}" type="presParOf" srcId="{DA8637D6-BB94-4572-BA7C-65D7D11EFCEF}" destId="{B4A3270E-1A59-45B3-83A3-537C21FBEA65}" srcOrd="7" destOrd="0" presId="urn:microsoft.com/office/officeart/2005/8/layout/vProcess5"/>
    <dgm:cxn modelId="{4D0AC2F0-796D-4E31-B359-71A0529BA1BC}" type="presParOf" srcId="{DA8637D6-BB94-4572-BA7C-65D7D11EFCEF}" destId="{6FDE9349-744B-45AD-9517-644DF84B3206}" srcOrd="8" destOrd="0" presId="urn:microsoft.com/office/officeart/2005/8/layout/vProcess5"/>
    <dgm:cxn modelId="{C3A987B9-AA9D-44FB-9351-6A9B4001D386}" type="presParOf" srcId="{DA8637D6-BB94-4572-BA7C-65D7D11EFCEF}" destId="{A81299FC-DFCF-4061-9E31-5C95CFC12168}" srcOrd="9" destOrd="0" presId="urn:microsoft.com/office/officeart/2005/8/layout/vProcess5"/>
    <dgm:cxn modelId="{6040BFE6-D8A9-4766-BB2C-C6B1FAC6DDC3}" type="presParOf" srcId="{DA8637D6-BB94-4572-BA7C-65D7D11EFCEF}" destId="{59EE3E0C-F064-4037-905C-712A70EC2372}" srcOrd="10" destOrd="0" presId="urn:microsoft.com/office/officeart/2005/8/layout/vProcess5"/>
    <dgm:cxn modelId="{574F1546-C4D0-4BEF-BAA2-387418004F73}" type="presParOf" srcId="{DA8637D6-BB94-4572-BA7C-65D7D11EFCEF}" destId="{5C33CF4E-9638-4171-AA84-0818DC9AA86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2172C0-C7F5-486E-A247-390D5A1F4D20}" type="doc">
      <dgm:prSet loTypeId="urn:microsoft.com/office/officeart/2005/8/layout/vProcess5" loCatId="process" qsTypeId="urn:microsoft.com/office/officeart/2005/8/quickstyle/simple1#38" qsCatId="simple" csTypeId="urn:microsoft.com/office/officeart/2005/8/colors/colorful2#10" csCatId="colorful"/>
      <dgm:spPr/>
      <dgm:t>
        <a:bodyPr/>
        <a:lstStyle/>
        <a:p>
          <a:endParaRPr lang="en-US"/>
        </a:p>
      </dgm:t>
    </dgm:pt>
    <dgm:pt modelId="{7E6B5D7A-FA18-4E30-AC9D-2119816F3A94}">
      <dgm:prSet/>
      <dgm:spPr/>
      <dgm:t>
        <a:bodyPr/>
        <a:lstStyle/>
        <a:p>
          <a:r>
            <a:rPr lang="en-US"/>
            <a:t>Features are input variables used to make an analysis or prediction.</a:t>
          </a:r>
        </a:p>
      </dgm:t>
    </dgm:pt>
    <dgm:pt modelId="{B1A90AEF-234A-41AC-ACE2-7B41AC280CAA}" type="parTrans" cxnId="{A313FB0A-AE1D-4A37-B701-ADB5F63BA939}">
      <dgm:prSet/>
      <dgm:spPr/>
      <dgm:t>
        <a:bodyPr/>
        <a:lstStyle/>
        <a:p>
          <a:endParaRPr lang="en-US"/>
        </a:p>
      </dgm:t>
    </dgm:pt>
    <dgm:pt modelId="{F5C69397-9798-4B5F-8317-6B0E34D20104}" type="sibTrans" cxnId="{A313FB0A-AE1D-4A37-B701-ADB5F63BA939}">
      <dgm:prSet/>
      <dgm:spPr/>
      <dgm:t>
        <a:bodyPr/>
        <a:lstStyle/>
        <a:p>
          <a:endParaRPr lang="en-US"/>
        </a:p>
      </dgm:t>
    </dgm:pt>
    <dgm:pt modelId="{C5AFEC57-D1AD-4647-963F-96BD19F8810E}">
      <dgm:prSet/>
      <dgm:spPr/>
      <dgm:t>
        <a:bodyPr/>
        <a:lstStyle/>
        <a:p>
          <a:r>
            <a:rPr lang="en-US"/>
            <a:t>Target is the variable we want to understand or predict.</a:t>
          </a:r>
        </a:p>
      </dgm:t>
    </dgm:pt>
    <dgm:pt modelId="{32233D8C-6DB0-48AE-8F18-2F6297CA2074}" type="parTrans" cxnId="{D63D3320-D131-46D5-AB22-5F428170D06D}">
      <dgm:prSet/>
      <dgm:spPr/>
      <dgm:t>
        <a:bodyPr/>
        <a:lstStyle/>
        <a:p>
          <a:endParaRPr lang="en-US"/>
        </a:p>
      </dgm:t>
    </dgm:pt>
    <dgm:pt modelId="{B8296E8F-EB35-4577-AE52-78ADDCA0C935}" type="sibTrans" cxnId="{D63D3320-D131-46D5-AB22-5F428170D06D}">
      <dgm:prSet/>
      <dgm:spPr/>
      <dgm:t>
        <a:bodyPr/>
        <a:lstStyle/>
        <a:p>
          <a:endParaRPr lang="en-US"/>
        </a:p>
      </dgm:t>
    </dgm:pt>
    <dgm:pt modelId="{93CD1ABB-EE46-4B5E-A543-987A44345A21}">
      <dgm:prSet/>
      <dgm:spPr/>
      <dgm:t>
        <a:bodyPr/>
        <a:lstStyle/>
        <a:p>
          <a:r>
            <a:rPr lang="en-US"/>
            <a:t>Example features: Age, Gender, Attendance.</a:t>
          </a:r>
        </a:p>
      </dgm:t>
    </dgm:pt>
    <dgm:pt modelId="{F83039F6-3562-41C9-AB70-9CFDC0730463}" type="parTrans" cxnId="{DCFFDE66-EC81-41E0-B7CF-8157746E4BB3}">
      <dgm:prSet/>
      <dgm:spPr/>
      <dgm:t>
        <a:bodyPr/>
        <a:lstStyle/>
        <a:p>
          <a:endParaRPr lang="en-US"/>
        </a:p>
      </dgm:t>
    </dgm:pt>
    <dgm:pt modelId="{F850C96E-63D1-423B-A3D3-0D6E426E3A56}" type="sibTrans" cxnId="{DCFFDE66-EC81-41E0-B7CF-8157746E4BB3}">
      <dgm:prSet/>
      <dgm:spPr/>
      <dgm:t>
        <a:bodyPr/>
        <a:lstStyle/>
        <a:p>
          <a:endParaRPr lang="en-US"/>
        </a:p>
      </dgm:t>
    </dgm:pt>
    <dgm:pt modelId="{82BB04F6-ACC9-46E2-B9AB-22F525738D6F}">
      <dgm:prSet/>
      <dgm:spPr/>
      <dgm:t>
        <a:bodyPr/>
        <a:lstStyle/>
        <a:p>
          <a:r>
            <a:rPr lang="en-US"/>
            <a:t>Example target: Marks.</a:t>
          </a:r>
        </a:p>
      </dgm:t>
    </dgm:pt>
    <dgm:pt modelId="{97C580AA-B265-4FF8-8B27-AED7B918F9CB}" type="parTrans" cxnId="{8A3E3806-37B8-43DA-9980-75F731C5B371}">
      <dgm:prSet/>
      <dgm:spPr/>
      <dgm:t>
        <a:bodyPr/>
        <a:lstStyle/>
        <a:p>
          <a:endParaRPr lang="en-US"/>
        </a:p>
      </dgm:t>
    </dgm:pt>
    <dgm:pt modelId="{7ABC04BF-4E4A-4CCC-948E-0A6ED6940689}" type="sibTrans" cxnId="{8A3E3806-37B8-43DA-9980-75F731C5B371}">
      <dgm:prSet/>
      <dgm:spPr/>
      <dgm:t>
        <a:bodyPr/>
        <a:lstStyle/>
        <a:p>
          <a:endParaRPr lang="en-US"/>
        </a:p>
      </dgm:t>
    </dgm:pt>
    <dgm:pt modelId="{1A386FDF-B5A7-44FF-B623-D1ACECAB10A2}">
      <dgm:prSet/>
      <dgm:spPr/>
      <dgm:t>
        <a:bodyPr/>
        <a:lstStyle/>
        <a:p>
          <a:r>
            <a:rPr lang="en-US"/>
            <a:t>The choice depends on the purpose of the dataset.</a:t>
          </a:r>
        </a:p>
      </dgm:t>
    </dgm:pt>
    <dgm:pt modelId="{1B6879AD-1807-4CF0-B04D-D430879FA998}" type="parTrans" cxnId="{52FD46CA-F9AE-4994-8C1D-971468F42A6F}">
      <dgm:prSet/>
      <dgm:spPr/>
      <dgm:t>
        <a:bodyPr/>
        <a:lstStyle/>
        <a:p>
          <a:endParaRPr lang="en-US"/>
        </a:p>
      </dgm:t>
    </dgm:pt>
    <dgm:pt modelId="{18B892EC-F625-45D2-BB7C-80EC3B399718}" type="sibTrans" cxnId="{52FD46CA-F9AE-4994-8C1D-971468F42A6F}">
      <dgm:prSet/>
      <dgm:spPr/>
      <dgm:t>
        <a:bodyPr/>
        <a:lstStyle/>
        <a:p>
          <a:endParaRPr lang="en-US"/>
        </a:p>
      </dgm:t>
    </dgm:pt>
    <dgm:pt modelId="{097A2B7F-E18D-44A0-B089-0CC5762DCEE2}" type="pres">
      <dgm:prSet presAssocID="{A92172C0-C7F5-486E-A247-390D5A1F4D20}" presName="outerComposite" presStyleCnt="0">
        <dgm:presLayoutVars>
          <dgm:chMax val="5"/>
          <dgm:dir/>
          <dgm:resizeHandles val="exact"/>
        </dgm:presLayoutVars>
      </dgm:prSet>
      <dgm:spPr/>
    </dgm:pt>
    <dgm:pt modelId="{DAC4D9EF-97D2-4E51-A1F2-461F70A59FC8}" type="pres">
      <dgm:prSet presAssocID="{A92172C0-C7F5-486E-A247-390D5A1F4D20}" presName="dummyMaxCanvas" presStyleCnt="0">
        <dgm:presLayoutVars/>
      </dgm:prSet>
      <dgm:spPr/>
    </dgm:pt>
    <dgm:pt modelId="{A2A9CBF2-4D4B-474A-8782-185C37F7A570}" type="pres">
      <dgm:prSet presAssocID="{A92172C0-C7F5-486E-A247-390D5A1F4D20}" presName="FiveNodes_1" presStyleLbl="node1" presStyleIdx="0" presStyleCnt="5">
        <dgm:presLayoutVars>
          <dgm:bulletEnabled val="1"/>
        </dgm:presLayoutVars>
      </dgm:prSet>
      <dgm:spPr/>
    </dgm:pt>
    <dgm:pt modelId="{D45E64F1-AE84-47A5-8B67-A25666B19E91}" type="pres">
      <dgm:prSet presAssocID="{A92172C0-C7F5-486E-A247-390D5A1F4D20}" presName="FiveNodes_2" presStyleLbl="node1" presStyleIdx="1" presStyleCnt="5">
        <dgm:presLayoutVars>
          <dgm:bulletEnabled val="1"/>
        </dgm:presLayoutVars>
      </dgm:prSet>
      <dgm:spPr/>
    </dgm:pt>
    <dgm:pt modelId="{136FC589-D9F8-4A02-85D0-DAF660E8AFD9}" type="pres">
      <dgm:prSet presAssocID="{A92172C0-C7F5-486E-A247-390D5A1F4D20}" presName="FiveNodes_3" presStyleLbl="node1" presStyleIdx="2" presStyleCnt="5">
        <dgm:presLayoutVars>
          <dgm:bulletEnabled val="1"/>
        </dgm:presLayoutVars>
      </dgm:prSet>
      <dgm:spPr/>
    </dgm:pt>
    <dgm:pt modelId="{6567CBB7-3E99-4AA9-8796-C71BD59C217F}" type="pres">
      <dgm:prSet presAssocID="{A92172C0-C7F5-486E-A247-390D5A1F4D20}" presName="FiveNodes_4" presStyleLbl="node1" presStyleIdx="3" presStyleCnt="5">
        <dgm:presLayoutVars>
          <dgm:bulletEnabled val="1"/>
        </dgm:presLayoutVars>
      </dgm:prSet>
      <dgm:spPr/>
    </dgm:pt>
    <dgm:pt modelId="{E11890B6-B5AC-42E5-A123-DAE185D81F95}" type="pres">
      <dgm:prSet presAssocID="{A92172C0-C7F5-486E-A247-390D5A1F4D20}" presName="FiveNodes_5" presStyleLbl="node1" presStyleIdx="4" presStyleCnt="5">
        <dgm:presLayoutVars>
          <dgm:bulletEnabled val="1"/>
        </dgm:presLayoutVars>
      </dgm:prSet>
      <dgm:spPr/>
    </dgm:pt>
    <dgm:pt modelId="{32B75E2B-FDC2-4ED0-A6B1-3696834B59F5}" type="pres">
      <dgm:prSet presAssocID="{A92172C0-C7F5-486E-A247-390D5A1F4D20}" presName="FiveConn_1-2" presStyleLbl="fgAccFollowNode1" presStyleIdx="0" presStyleCnt="4">
        <dgm:presLayoutVars>
          <dgm:bulletEnabled val="1"/>
        </dgm:presLayoutVars>
      </dgm:prSet>
      <dgm:spPr/>
    </dgm:pt>
    <dgm:pt modelId="{BA706436-CFE3-41C9-AA57-E9BC2B51E2E9}" type="pres">
      <dgm:prSet presAssocID="{A92172C0-C7F5-486E-A247-390D5A1F4D20}" presName="FiveConn_2-3" presStyleLbl="fgAccFollowNode1" presStyleIdx="1" presStyleCnt="4">
        <dgm:presLayoutVars>
          <dgm:bulletEnabled val="1"/>
        </dgm:presLayoutVars>
      </dgm:prSet>
      <dgm:spPr/>
    </dgm:pt>
    <dgm:pt modelId="{345AD4D7-BE82-494B-8431-0458341A1989}" type="pres">
      <dgm:prSet presAssocID="{A92172C0-C7F5-486E-A247-390D5A1F4D20}" presName="FiveConn_3-4" presStyleLbl="fgAccFollowNode1" presStyleIdx="2" presStyleCnt="4">
        <dgm:presLayoutVars>
          <dgm:bulletEnabled val="1"/>
        </dgm:presLayoutVars>
      </dgm:prSet>
      <dgm:spPr/>
    </dgm:pt>
    <dgm:pt modelId="{FFAA2E40-850D-4853-8C5D-C566C0BF980F}" type="pres">
      <dgm:prSet presAssocID="{A92172C0-C7F5-486E-A247-390D5A1F4D20}" presName="FiveConn_4-5" presStyleLbl="fgAccFollowNode1" presStyleIdx="3" presStyleCnt="4">
        <dgm:presLayoutVars>
          <dgm:bulletEnabled val="1"/>
        </dgm:presLayoutVars>
      </dgm:prSet>
      <dgm:spPr/>
    </dgm:pt>
    <dgm:pt modelId="{1542B58F-1BE8-4C0A-987F-A05747B54991}" type="pres">
      <dgm:prSet presAssocID="{A92172C0-C7F5-486E-A247-390D5A1F4D20}" presName="FiveNodes_1_text" presStyleLbl="node1" presStyleIdx="4" presStyleCnt="5">
        <dgm:presLayoutVars>
          <dgm:bulletEnabled val="1"/>
        </dgm:presLayoutVars>
      </dgm:prSet>
      <dgm:spPr/>
    </dgm:pt>
    <dgm:pt modelId="{AB47E03F-56AA-4A40-B10B-58DA1252790D}" type="pres">
      <dgm:prSet presAssocID="{A92172C0-C7F5-486E-A247-390D5A1F4D20}" presName="FiveNodes_2_text" presStyleLbl="node1" presStyleIdx="4" presStyleCnt="5">
        <dgm:presLayoutVars>
          <dgm:bulletEnabled val="1"/>
        </dgm:presLayoutVars>
      </dgm:prSet>
      <dgm:spPr/>
    </dgm:pt>
    <dgm:pt modelId="{1D889BFD-B9D0-4BCE-920E-7F7B7C8D0AA4}" type="pres">
      <dgm:prSet presAssocID="{A92172C0-C7F5-486E-A247-390D5A1F4D20}" presName="FiveNodes_3_text" presStyleLbl="node1" presStyleIdx="4" presStyleCnt="5">
        <dgm:presLayoutVars>
          <dgm:bulletEnabled val="1"/>
        </dgm:presLayoutVars>
      </dgm:prSet>
      <dgm:spPr/>
    </dgm:pt>
    <dgm:pt modelId="{7FF6B6FE-FD0E-41A8-98A8-D9D389CBFF1C}" type="pres">
      <dgm:prSet presAssocID="{A92172C0-C7F5-486E-A247-390D5A1F4D20}" presName="FiveNodes_4_text" presStyleLbl="node1" presStyleIdx="4" presStyleCnt="5">
        <dgm:presLayoutVars>
          <dgm:bulletEnabled val="1"/>
        </dgm:presLayoutVars>
      </dgm:prSet>
      <dgm:spPr/>
    </dgm:pt>
    <dgm:pt modelId="{B4F32C94-22EE-4A2F-B2FA-09BDD3926C37}" type="pres">
      <dgm:prSet presAssocID="{A92172C0-C7F5-486E-A247-390D5A1F4D2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A3E3806-37B8-43DA-9980-75F731C5B371}" srcId="{A92172C0-C7F5-486E-A247-390D5A1F4D20}" destId="{82BB04F6-ACC9-46E2-B9AB-22F525738D6F}" srcOrd="3" destOrd="0" parTransId="{97C580AA-B265-4FF8-8B27-AED7B918F9CB}" sibTransId="{7ABC04BF-4E4A-4CCC-948E-0A6ED6940689}"/>
    <dgm:cxn modelId="{3ACD6F0A-370F-45A3-8A76-E9FC067EE8D7}" type="presOf" srcId="{B8296E8F-EB35-4577-AE52-78ADDCA0C935}" destId="{BA706436-CFE3-41C9-AA57-E9BC2B51E2E9}" srcOrd="0" destOrd="0" presId="urn:microsoft.com/office/officeart/2005/8/layout/vProcess5"/>
    <dgm:cxn modelId="{A313FB0A-AE1D-4A37-B701-ADB5F63BA939}" srcId="{A92172C0-C7F5-486E-A247-390D5A1F4D20}" destId="{7E6B5D7A-FA18-4E30-AC9D-2119816F3A94}" srcOrd="0" destOrd="0" parTransId="{B1A90AEF-234A-41AC-ACE2-7B41AC280CAA}" sibTransId="{F5C69397-9798-4B5F-8317-6B0E34D20104}"/>
    <dgm:cxn modelId="{CD249D0F-D1DA-4510-A2AF-E984BF4DA6D4}" type="presOf" srcId="{7E6B5D7A-FA18-4E30-AC9D-2119816F3A94}" destId="{A2A9CBF2-4D4B-474A-8782-185C37F7A570}" srcOrd="0" destOrd="0" presId="urn:microsoft.com/office/officeart/2005/8/layout/vProcess5"/>
    <dgm:cxn modelId="{070EBB17-0F30-4086-8F7D-ECA63DD7F458}" type="presOf" srcId="{F5C69397-9798-4B5F-8317-6B0E34D20104}" destId="{32B75E2B-FDC2-4ED0-A6B1-3696834B59F5}" srcOrd="0" destOrd="0" presId="urn:microsoft.com/office/officeart/2005/8/layout/vProcess5"/>
    <dgm:cxn modelId="{E95BB41A-28ED-4294-8006-EDFF2168E5A4}" type="presOf" srcId="{93CD1ABB-EE46-4B5E-A543-987A44345A21}" destId="{1D889BFD-B9D0-4BCE-920E-7F7B7C8D0AA4}" srcOrd="1" destOrd="0" presId="urn:microsoft.com/office/officeart/2005/8/layout/vProcess5"/>
    <dgm:cxn modelId="{D63D3320-D131-46D5-AB22-5F428170D06D}" srcId="{A92172C0-C7F5-486E-A247-390D5A1F4D20}" destId="{C5AFEC57-D1AD-4647-963F-96BD19F8810E}" srcOrd="1" destOrd="0" parTransId="{32233D8C-6DB0-48AE-8F18-2F6297CA2074}" sibTransId="{B8296E8F-EB35-4577-AE52-78ADDCA0C935}"/>
    <dgm:cxn modelId="{07399627-CB63-45F7-A9C1-A1375A88409C}" type="presOf" srcId="{93CD1ABB-EE46-4B5E-A543-987A44345A21}" destId="{136FC589-D9F8-4A02-85D0-DAF660E8AFD9}" srcOrd="0" destOrd="0" presId="urn:microsoft.com/office/officeart/2005/8/layout/vProcess5"/>
    <dgm:cxn modelId="{9062685D-D895-4E8F-874E-AC9F639E6474}" type="presOf" srcId="{F850C96E-63D1-423B-A3D3-0D6E426E3A56}" destId="{345AD4D7-BE82-494B-8431-0458341A1989}" srcOrd="0" destOrd="0" presId="urn:microsoft.com/office/officeart/2005/8/layout/vProcess5"/>
    <dgm:cxn modelId="{DCFFDE66-EC81-41E0-B7CF-8157746E4BB3}" srcId="{A92172C0-C7F5-486E-A247-390D5A1F4D20}" destId="{93CD1ABB-EE46-4B5E-A543-987A44345A21}" srcOrd="2" destOrd="0" parTransId="{F83039F6-3562-41C9-AB70-9CFDC0730463}" sibTransId="{F850C96E-63D1-423B-A3D3-0D6E426E3A56}"/>
    <dgm:cxn modelId="{43ADA66F-8039-401E-9A4F-B6D104373AC9}" type="presOf" srcId="{A92172C0-C7F5-486E-A247-390D5A1F4D20}" destId="{097A2B7F-E18D-44A0-B089-0CC5762DCEE2}" srcOrd="0" destOrd="0" presId="urn:microsoft.com/office/officeart/2005/8/layout/vProcess5"/>
    <dgm:cxn modelId="{4CAAED5A-4FE4-4E86-81AD-C83F9B449D1E}" type="presOf" srcId="{82BB04F6-ACC9-46E2-B9AB-22F525738D6F}" destId="{6567CBB7-3E99-4AA9-8796-C71BD59C217F}" srcOrd="0" destOrd="0" presId="urn:microsoft.com/office/officeart/2005/8/layout/vProcess5"/>
    <dgm:cxn modelId="{E168C98F-7D08-45DB-8924-1B48D496A95C}" type="presOf" srcId="{7ABC04BF-4E4A-4CCC-948E-0A6ED6940689}" destId="{FFAA2E40-850D-4853-8C5D-C566C0BF980F}" srcOrd="0" destOrd="0" presId="urn:microsoft.com/office/officeart/2005/8/layout/vProcess5"/>
    <dgm:cxn modelId="{C21B2690-9E50-453D-97E5-B405F736B0F0}" type="presOf" srcId="{C5AFEC57-D1AD-4647-963F-96BD19F8810E}" destId="{D45E64F1-AE84-47A5-8B67-A25666B19E91}" srcOrd="0" destOrd="0" presId="urn:microsoft.com/office/officeart/2005/8/layout/vProcess5"/>
    <dgm:cxn modelId="{2004E49D-C9A2-49A0-BC82-3AC53CBDA6BE}" type="presOf" srcId="{1A386FDF-B5A7-44FF-B623-D1ACECAB10A2}" destId="{B4F32C94-22EE-4A2F-B2FA-09BDD3926C37}" srcOrd="1" destOrd="0" presId="urn:microsoft.com/office/officeart/2005/8/layout/vProcess5"/>
    <dgm:cxn modelId="{E70C16C1-A917-428A-8E16-6F0DDC6CCABC}" type="presOf" srcId="{1A386FDF-B5A7-44FF-B623-D1ACECAB10A2}" destId="{E11890B6-B5AC-42E5-A123-DAE185D81F95}" srcOrd="0" destOrd="0" presId="urn:microsoft.com/office/officeart/2005/8/layout/vProcess5"/>
    <dgm:cxn modelId="{54164BC8-3729-403D-B4AA-E4C1AAA94827}" type="presOf" srcId="{C5AFEC57-D1AD-4647-963F-96BD19F8810E}" destId="{AB47E03F-56AA-4A40-B10B-58DA1252790D}" srcOrd="1" destOrd="0" presId="urn:microsoft.com/office/officeart/2005/8/layout/vProcess5"/>
    <dgm:cxn modelId="{52FD46CA-F9AE-4994-8C1D-971468F42A6F}" srcId="{A92172C0-C7F5-486E-A247-390D5A1F4D20}" destId="{1A386FDF-B5A7-44FF-B623-D1ACECAB10A2}" srcOrd="4" destOrd="0" parTransId="{1B6879AD-1807-4CF0-B04D-D430879FA998}" sibTransId="{18B892EC-F625-45D2-BB7C-80EC3B399718}"/>
    <dgm:cxn modelId="{94D234F5-83A9-4F50-83AB-1C4461804310}" type="presOf" srcId="{7E6B5D7A-FA18-4E30-AC9D-2119816F3A94}" destId="{1542B58F-1BE8-4C0A-987F-A05747B54991}" srcOrd="1" destOrd="0" presId="urn:microsoft.com/office/officeart/2005/8/layout/vProcess5"/>
    <dgm:cxn modelId="{7BD598FC-23E0-47FD-A079-11852D7F6A0A}" type="presOf" srcId="{82BB04F6-ACC9-46E2-B9AB-22F525738D6F}" destId="{7FF6B6FE-FD0E-41A8-98A8-D9D389CBFF1C}" srcOrd="1" destOrd="0" presId="urn:microsoft.com/office/officeart/2005/8/layout/vProcess5"/>
    <dgm:cxn modelId="{B3C39317-2E39-4E3B-BD12-AEDEE8CF6179}" type="presParOf" srcId="{097A2B7F-E18D-44A0-B089-0CC5762DCEE2}" destId="{DAC4D9EF-97D2-4E51-A1F2-461F70A59FC8}" srcOrd="0" destOrd="0" presId="urn:microsoft.com/office/officeart/2005/8/layout/vProcess5"/>
    <dgm:cxn modelId="{E7225E61-6626-4A02-928E-053031676B88}" type="presParOf" srcId="{097A2B7F-E18D-44A0-B089-0CC5762DCEE2}" destId="{A2A9CBF2-4D4B-474A-8782-185C37F7A570}" srcOrd="1" destOrd="0" presId="urn:microsoft.com/office/officeart/2005/8/layout/vProcess5"/>
    <dgm:cxn modelId="{44232034-77C3-45ED-B164-6AC88F415EA6}" type="presParOf" srcId="{097A2B7F-E18D-44A0-B089-0CC5762DCEE2}" destId="{D45E64F1-AE84-47A5-8B67-A25666B19E91}" srcOrd="2" destOrd="0" presId="urn:microsoft.com/office/officeart/2005/8/layout/vProcess5"/>
    <dgm:cxn modelId="{8FE22FBA-3417-44E0-8542-091A93BF41FF}" type="presParOf" srcId="{097A2B7F-E18D-44A0-B089-0CC5762DCEE2}" destId="{136FC589-D9F8-4A02-85D0-DAF660E8AFD9}" srcOrd="3" destOrd="0" presId="urn:microsoft.com/office/officeart/2005/8/layout/vProcess5"/>
    <dgm:cxn modelId="{115CB38B-0762-4C87-8788-1A936044D335}" type="presParOf" srcId="{097A2B7F-E18D-44A0-B089-0CC5762DCEE2}" destId="{6567CBB7-3E99-4AA9-8796-C71BD59C217F}" srcOrd="4" destOrd="0" presId="urn:microsoft.com/office/officeart/2005/8/layout/vProcess5"/>
    <dgm:cxn modelId="{F6888B0F-6E40-47A6-9BCA-6E6369C5C375}" type="presParOf" srcId="{097A2B7F-E18D-44A0-B089-0CC5762DCEE2}" destId="{E11890B6-B5AC-42E5-A123-DAE185D81F95}" srcOrd="5" destOrd="0" presId="urn:microsoft.com/office/officeart/2005/8/layout/vProcess5"/>
    <dgm:cxn modelId="{1676D30F-2CB2-4DC4-AF42-3D1BBFF49441}" type="presParOf" srcId="{097A2B7F-E18D-44A0-B089-0CC5762DCEE2}" destId="{32B75E2B-FDC2-4ED0-A6B1-3696834B59F5}" srcOrd="6" destOrd="0" presId="urn:microsoft.com/office/officeart/2005/8/layout/vProcess5"/>
    <dgm:cxn modelId="{ACB694EC-7C0A-420A-A9A1-25605101F4EB}" type="presParOf" srcId="{097A2B7F-E18D-44A0-B089-0CC5762DCEE2}" destId="{BA706436-CFE3-41C9-AA57-E9BC2B51E2E9}" srcOrd="7" destOrd="0" presId="urn:microsoft.com/office/officeart/2005/8/layout/vProcess5"/>
    <dgm:cxn modelId="{414A47CC-09BF-4C46-AF05-025FCCCB849C}" type="presParOf" srcId="{097A2B7F-E18D-44A0-B089-0CC5762DCEE2}" destId="{345AD4D7-BE82-494B-8431-0458341A1989}" srcOrd="8" destOrd="0" presId="urn:microsoft.com/office/officeart/2005/8/layout/vProcess5"/>
    <dgm:cxn modelId="{4F5FE3D6-A793-4E68-8053-222AF94AAFB4}" type="presParOf" srcId="{097A2B7F-E18D-44A0-B089-0CC5762DCEE2}" destId="{FFAA2E40-850D-4853-8C5D-C566C0BF980F}" srcOrd="9" destOrd="0" presId="urn:microsoft.com/office/officeart/2005/8/layout/vProcess5"/>
    <dgm:cxn modelId="{2D3F183B-C6C5-4660-9911-90BA25948638}" type="presParOf" srcId="{097A2B7F-E18D-44A0-B089-0CC5762DCEE2}" destId="{1542B58F-1BE8-4C0A-987F-A05747B54991}" srcOrd="10" destOrd="0" presId="urn:microsoft.com/office/officeart/2005/8/layout/vProcess5"/>
    <dgm:cxn modelId="{5495EE17-FA69-4AC9-B8C6-CC9B3FD7F77C}" type="presParOf" srcId="{097A2B7F-E18D-44A0-B089-0CC5762DCEE2}" destId="{AB47E03F-56AA-4A40-B10B-58DA1252790D}" srcOrd="11" destOrd="0" presId="urn:microsoft.com/office/officeart/2005/8/layout/vProcess5"/>
    <dgm:cxn modelId="{20498D33-6B90-4085-B487-F3948DD0DC73}" type="presParOf" srcId="{097A2B7F-E18D-44A0-B089-0CC5762DCEE2}" destId="{1D889BFD-B9D0-4BCE-920E-7F7B7C8D0AA4}" srcOrd="12" destOrd="0" presId="urn:microsoft.com/office/officeart/2005/8/layout/vProcess5"/>
    <dgm:cxn modelId="{8535532A-307B-4792-AA8D-B97D40230A3F}" type="presParOf" srcId="{097A2B7F-E18D-44A0-B089-0CC5762DCEE2}" destId="{7FF6B6FE-FD0E-41A8-98A8-D9D389CBFF1C}" srcOrd="13" destOrd="0" presId="urn:microsoft.com/office/officeart/2005/8/layout/vProcess5"/>
    <dgm:cxn modelId="{BB1930C0-D8A6-4B08-BCFC-E23A37B0B7E8}" type="presParOf" srcId="{097A2B7F-E18D-44A0-B089-0CC5762DCEE2}" destId="{B4F32C94-22EE-4A2F-B2FA-09BDD3926C3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89A74C-067C-4ACF-8750-09671ACEB46C}" type="doc">
      <dgm:prSet loTypeId="urn:microsoft.com/office/officeart/2005/8/layout/vList2" loCatId="list" qsTypeId="urn:microsoft.com/office/officeart/2005/8/quickstyle/simple1#48" qsCatId="simple" csTypeId="urn:microsoft.com/office/officeart/2005/8/colors/colorful5#8" csCatId="colorful"/>
      <dgm:spPr/>
      <dgm:t>
        <a:bodyPr/>
        <a:lstStyle/>
        <a:p>
          <a:endParaRPr lang="en-US"/>
        </a:p>
      </dgm:t>
    </dgm:pt>
    <dgm:pt modelId="{031DBC94-5B0A-4BB3-833C-3431A7EABD32}">
      <dgm:prSet/>
      <dgm:spPr/>
      <dgm:t>
        <a:bodyPr/>
        <a:lstStyle/>
        <a:p>
          <a:r>
            <a:rPr lang="en-US" dirty="0"/>
            <a:t>Aim: Transform raw data into a form suitable for analysis or machine learning.</a:t>
          </a:r>
        </a:p>
      </dgm:t>
    </dgm:pt>
    <dgm:pt modelId="{037AFC44-A52C-4CD8-A60B-0294A4CC6366}" type="parTrans" cxnId="{62C3DF43-EA6E-476F-B357-6B7853BFD870}">
      <dgm:prSet/>
      <dgm:spPr/>
      <dgm:t>
        <a:bodyPr/>
        <a:lstStyle/>
        <a:p>
          <a:endParaRPr lang="en-US"/>
        </a:p>
      </dgm:t>
    </dgm:pt>
    <dgm:pt modelId="{B791D9BC-FE17-4622-AF2D-736B1161B271}" type="sibTrans" cxnId="{62C3DF43-EA6E-476F-B357-6B7853BFD870}">
      <dgm:prSet/>
      <dgm:spPr/>
      <dgm:t>
        <a:bodyPr/>
        <a:lstStyle/>
        <a:p>
          <a:endParaRPr lang="en-US"/>
        </a:p>
      </dgm:t>
    </dgm:pt>
    <dgm:pt modelId="{E506FD06-AF85-4502-A2DB-A8C80C99FFF2}">
      <dgm:prSet/>
      <dgm:spPr/>
      <dgm:t>
        <a:bodyPr/>
        <a:lstStyle/>
        <a:p>
          <a:r>
            <a:rPr lang="en-US"/>
            <a:t>Label Encoding converts categories into numerical labels.</a:t>
          </a:r>
        </a:p>
      </dgm:t>
    </dgm:pt>
    <dgm:pt modelId="{CE7A328F-5B53-4F36-AD2B-587722BAD253}" type="parTrans" cxnId="{85B620B2-E616-4B60-B5FE-7D3BDDEB9AD3}">
      <dgm:prSet/>
      <dgm:spPr/>
      <dgm:t>
        <a:bodyPr/>
        <a:lstStyle/>
        <a:p>
          <a:endParaRPr lang="en-US"/>
        </a:p>
      </dgm:t>
    </dgm:pt>
    <dgm:pt modelId="{1F24280B-4AE5-4309-8688-CBD228673B56}" type="sibTrans" cxnId="{85B620B2-E616-4B60-B5FE-7D3BDDEB9AD3}">
      <dgm:prSet/>
      <dgm:spPr/>
      <dgm:t>
        <a:bodyPr/>
        <a:lstStyle/>
        <a:p>
          <a:endParaRPr lang="en-US"/>
        </a:p>
      </dgm:t>
    </dgm:pt>
    <dgm:pt modelId="{628EC682-6D30-409A-BD27-DE50C6B92495}">
      <dgm:prSet/>
      <dgm:spPr/>
      <dgm:t>
        <a:bodyPr/>
        <a:lstStyle/>
        <a:p>
          <a:r>
            <a:rPr lang="en-US"/>
            <a:t>Min-Max Scaling converts values to a specified range, commonly 0 to 1.</a:t>
          </a:r>
        </a:p>
      </dgm:t>
    </dgm:pt>
    <dgm:pt modelId="{9D681E46-CA70-4268-A6AC-61572EFDFF79}" type="parTrans" cxnId="{CA4D36A5-23C9-45EA-B984-CC448B89A7F7}">
      <dgm:prSet/>
      <dgm:spPr/>
      <dgm:t>
        <a:bodyPr/>
        <a:lstStyle/>
        <a:p>
          <a:endParaRPr lang="en-US"/>
        </a:p>
      </dgm:t>
    </dgm:pt>
    <dgm:pt modelId="{8B470CC5-BF8C-40BF-8CEB-A05632A0FB13}" type="sibTrans" cxnId="{CA4D36A5-23C9-45EA-B984-CC448B89A7F7}">
      <dgm:prSet/>
      <dgm:spPr/>
      <dgm:t>
        <a:bodyPr/>
        <a:lstStyle/>
        <a:p>
          <a:endParaRPr lang="en-US"/>
        </a:p>
      </dgm:t>
    </dgm:pt>
    <dgm:pt modelId="{05D78BA1-F92E-476A-AA75-6DDC92F0E87B}">
      <dgm:prSet/>
      <dgm:spPr/>
      <dgm:t>
        <a:bodyPr/>
        <a:lstStyle/>
        <a:p>
          <a:r>
            <a:rPr lang="en-US"/>
            <a:t>Standardization transforms values around mean 0 with standard deviation 1.</a:t>
          </a:r>
        </a:p>
      </dgm:t>
    </dgm:pt>
    <dgm:pt modelId="{B5A73EF6-C959-4580-AB86-2F8AFC307A56}" type="parTrans" cxnId="{507B532A-4EF2-4688-9A40-F055EA5BDA9B}">
      <dgm:prSet/>
      <dgm:spPr/>
      <dgm:t>
        <a:bodyPr/>
        <a:lstStyle/>
        <a:p>
          <a:endParaRPr lang="en-US"/>
        </a:p>
      </dgm:t>
    </dgm:pt>
    <dgm:pt modelId="{E7FCD6E5-03B8-4DED-95EB-58F812E41A41}" type="sibTrans" cxnId="{507B532A-4EF2-4688-9A40-F055EA5BDA9B}">
      <dgm:prSet/>
      <dgm:spPr/>
      <dgm:t>
        <a:bodyPr/>
        <a:lstStyle/>
        <a:p>
          <a:endParaRPr lang="en-US"/>
        </a:p>
      </dgm:t>
    </dgm:pt>
    <dgm:pt modelId="{801B6A59-1C23-47BE-827F-23D01FF4679E}">
      <dgm:prSet/>
      <dgm:spPr/>
      <dgm:t>
        <a:bodyPr/>
        <a:lstStyle/>
        <a:p>
          <a:r>
            <a:rPr lang="en-US"/>
            <a:t>Binarization converts values into 0 or 1 using a threshold.</a:t>
          </a:r>
        </a:p>
      </dgm:t>
    </dgm:pt>
    <dgm:pt modelId="{51B508BD-B535-4DC0-8DDD-8A6790F09D51}" type="parTrans" cxnId="{D8A73DFA-AE5F-43AC-8875-A966DB7DCC01}">
      <dgm:prSet/>
      <dgm:spPr/>
      <dgm:t>
        <a:bodyPr/>
        <a:lstStyle/>
        <a:p>
          <a:endParaRPr lang="en-US"/>
        </a:p>
      </dgm:t>
    </dgm:pt>
    <dgm:pt modelId="{C1E7FC4E-CAD6-4F9E-9B4C-3C5EB87F7F13}" type="sibTrans" cxnId="{D8A73DFA-AE5F-43AC-8875-A966DB7DCC01}">
      <dgm:prSet/>
      <dgm:spPr/>
      <dgm:t>
        <a:bodyPr/>
        <a:lstStyle/>
        <a:p>
          <a:endParaRPr lang="en-US"/>
        </a:p>
      </dgm:t>
    </dgm:pt>
    <dgm:pt modelId="{4809FE52-68C5-4E2B-827B-BF6D6F1627E5}" type="pres">
      <dgm:prSet presAssocID="{3089A74C-067C-4ACF-8750-09671ACEB46C}" presName="linear" presStyleCnt="0">
        <dgm:presLayoutVars>
          <dgm:animLvl val="lvl"/>
          <dgm:resizeHandles val="exact"/>
        </dgm:presLayoutVars>
      </dgm:prSet>
      <dgm:spPr/>
    </dgm:pt>
    <dgm:pt modelId="{B5A5EC9F-B281-4A5A-B572-14D689E205F8}" type="pres">
      <dgm:prSet presAssocID="{031DBC94-5B0A-4BB3-833C-3431A7EABD3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56C1C09-FB7B-4151-8AEF-B084218CBA29}" type="pres">
      <dgm:prSet presAssocID="{B791D9BC-FE17-4622-AF2D-736B1161B271}" presName="spacer" presStyleCnt="0"/>
      <dgm:spPr/>
    </dgm:pt>
    <dgm:pt modelId="{60AEE988-1C81-4A78-862B-28938F4E1C67}" type="pres">
      <dgm:prSet presAssocID="{E506FD06-AF85-4502-A2DB-A8C80C99FFF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53D71CE-9790-416E-A002-C16F0F724DE9}" type="pres">
      <dgm:prSet presAssocID="{1F24280B-4AE5-4309-8688-CBD228673B56}" presName="spacer" presStyleCnt="0"/>
      <dgm:spPr/>
    </dgm:pt>
    <dgm:pt modelId="{D98F0099-8E74-4256-A83C-023425E4CB9D}" type="pres">
      <dgm:prSet presAssocID="{628EC682-6D30-409A-BD27-DE50C6B9249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0DB17DD-9C83-4E47-A1EA-8C46185E176E}" type="pres">
      <dgm:prSet presAssocID="{8B470CC5-BF8C-40BF-8CEB-A05632A0FB13}" presName="spacer" presStyleCnt="0"/>
      <dgm:spPr/>
    </dgm:pt>
    <dgm:pt modelId="{3DD9E46E-41A7-4323-A095-F7000ED834EE}" type="pres">
      <dgm:prSet presAssocID="{05D78BA1-F92E-476A-AA75-6DDC92F0E87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2F05261-85C8-4AE2-B9B1-274D5E4ED2AF}" type="pres">
      <dgm:prSet presAssocID="{E7FCD6E5-03B8-4DED-95EB-58F812E41A41}" presName="spacer" presStyleCnt="0"/>
      <dgm:spPr/>
    </dgm:pt>
    <dgm:pt modelId="{07714473-C259-4FF4-B56B-94D033337CF4}" type="pres">
      <dgm:prSet presAssocID="{801B6A59-1C23-47BE-827F-23D01FF4679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AAFD217-56C7-4B9E-A736-34A483F7E618}" type="presOf" srcId="{628EC682-6D30-409A-BD27-DE50C6B92495}" destId="{D98F0099-8E74-4256-A83C-023425E4CB9D}" srcOrd="0" destOrd="0" presId="urn:microsoft.com/office/officeart/2005/8/layout/vList2"/>
    <dgm:cxn modelId="{507B532A-4EF2-4688-9A40-F055EA5BDA9B}" srcId="{3089A74C-067C-4ACF-8750-09671ACEB46C}" destId="{05D78BA1-F92E-476A-AA75-6DDC92F0E87B}" srcOrd="3" destOrd="0" parTransId="{B5A73EF6-C959-4580-AB86-2F8AFC307A56}" sibTransId="{E7FCD6E5-03B8-4DED-95EB-58F812E41A41}"/>
    <dgm:cxn modelId="{62C3DF43-EA6E-476F-B357-6B7853BFD870}" srcId="{3089A74C-067C-4ACF-8750-09671ACEB46C}" destId="{031DBC94-5B0A-4BB3-833C-3431A7EABD32}" srcOrd="0" destOrd="0" parTransId="{037AFC44-A52C-4CD8-A60B-0294A4CC6366}" sibTransId="{B791D9BC-FE17-4622-AF2D-736B1161B271}"/>
    <dgm:cxn modelId="{91487A46-3708-4621-B7B3-E41B835BC273}" type="presOf" srcId="{801B6A59-1C23-47BE-827F-23D01FF4679E}" destId="{07714473-C259-4FF4-B56B-94D033337CF4}" srcOrd="0" destOrd="0" presId="urn:microsoft.com/office/officeart/2005/8/layout/vList2"/>
    <dgm:cxn modelId="{F452FB7A-D079-4BA9-9B52-D90F772F3536}" type="presOf" srcId="{E506FD06-AF85-4502-A2DB-A8C80C99FFF2}" destId="{60AEE988-1C81-4A78-862B-28938F4E1C67}" srcOrd="0" destOrd="0" presId="urn:microsoft.com/office/officeart/2005/8/layout/vList2"/>
    <dgm:cxn modelId="{CA4D36A5-23C9-45EA-B984-CC448B89A7F7}" srcId="{3089A74C-067C-4ACF-8750-09671ACEB46C}" destId="{628EC682-6D30-409A-BD27-DE50C6B92495}" srcOrd="2" destOrd="0" parTransId="{9D681E46-CA70-4268-A6AC-61572EFDFF79}" sibTransId="{8B470CC5-BF8C-40BF-8CEB-A05632A0FB13}"/>
    <dgm:cxn modelId="{85B620B2-E616-4B60-B5FE-7D3BDDEB9AD3}" srcId="{3089A74C-067C-4ACF-8750-09671ACEB46C}" destId="{E506FD06-AF85-4502-A2DB-A8C80C99FFF2}" srcOrd="1" destOrd="0" parTransId="{CE7A328F-5B53-4F36-AD2B-587722BAD253}" sibTransId="{1F24280B-4AE5-4309-8688-CBD228673B56}"/>
    <dgm:cxn modelId="{938E45C0-73CA-46C3-B10D-0FBCAE1E64EF}" type="presOf" srcId="{3089A74C-067C-4ACF-8750-09671ACEB46C}" destId="{4809FE52-68C5-4E2B-827B-BF6D6F1627E5}" srcOrd="0" destOrd="0" presId="urn:microsoft.com/office/officeart/2005/8/layout/vList2"/>
    <dgm:cxn modelId="{1B0D3EC7-4220-429E-9C7B-383D9F662B7A}" type="presOf" srcId="{05D78BA1-F92E-476A-AA75-6DDC92F0E87B}" destId="{3DD9E46E-41A7-4323-A095-F7000ED834EE}" srcOrd="0" destOrd="0" presId="urn:microsoft.com/office/officeart/2005/8/layout/vList2"/>
    <dgm:cxn modelId="{3625C6D6-D501-4030-B1C8-AC34C5F53848}" type="presOf" srcId="{031DBC94-5B0A-4BB3-833C-3431A7EABD32}" destId="{B5A5EC9F-B281-4A5A-B572-14D689E205F8}" srcOrd="0" destOrd="0" presId="urn:microsoft.com/office/officeart/2005/8/layout/vList2"/>
    <dgm:cxn modelId="{D8A73DFA-AE5F-43AC-8875-A966DB7DCC01}" srcId="{3089A74C-067C-4ACF-8750-09671ACEB46C}" destId="{801B6A59-1C23-47BE-827F-23D01FF4679E}" srcOrd="4" destOrd="0" parTransId="{51B508BD-B535-4DC0-8DDD-8A6790F09D51}" sibTransId="{C1E7FC4E-CAD6-4F9E-9B4C-3C5EB87F7F13}"/>
    <dgm:cxn modelId="{4A834C4F-DFC8-40EB-B9CA-18C19FE57EAB}" type="presParOf" srcId="{4809FE52-68C5-4E2B-827B-BF6D6F1627E5}" destId="{B5A5EC9F-B281-4A5A-B572-14D689E205F8}" srcOrd="0" destOrd="0" presId="urn:microsoft.com/office/officeart/2005/8/layout/vList2"/>
    <dgm:cxn modelId="{BBB601B2-5D57-4E79-BE8E-5059EB72095D}" type="presParOf" srcId="{4809FE52-68C5-4E2B-827B-BF6D6F1627E5}" destId="{356C1C09-FB7B-4151-8AEF-B084218CBA29}" srcOrd="1" destOrd="0" presId="urn:microsoft.com/office/officeart/2005/8/layout/vList2"/>
    <dgm:cxn modelId="{BC345161-8A88-4ADC-A3AD-51CF3F9D9C64}" type="presParOf" srcId="{4809FE52-68C5-4E2B-827B-BF6D6F1627E5}" destId="{60AEE988-1C81-4A78-862B-28938F4E1C67}" srcOrd="2" destOrd="0" presId="urn:microsoft.com/office/officeart/2005/8/layout/vList2"/>
    <dgm:cxn modelId="{BF9F0F08-D960-46D4-BEE3-59876A8D7626}" type="presParOf" srcId="{4809FE52-68C5-4E2B-827B-BF6D6F1627E5}" destId="{053D71CE-9790-416E-A002-C16F0F724DE9}" srcOrd="3" destOrd="0" presId="urn:microsoft.com/office/officeart/2005/8/layout/vList2"/>
    <dgm:cxn modelId="{0063B573-7C13-4F26-8DFE-30A6961E4D51}" type="presParOf" srcId="{4809FE52-68C5-4E2B-827B-BF6D6F1627E5}" destId="{D98F0099-8E74-4256-A83C-023425E4CB9D}" srcOrd="4" destOrd="0" presId="urn:microsoft.com/office/officeart/2005/8/layout/vList2"/>
    <dgm:cxn modelId="{A1FCE853-2D19-4ADB-8E18-54D9E1D0D80B}" type="presParOf" srcId="{4809FE52-68C5-4E2B-827B-BF6D6F1627E5}" destId="{70DB17DD-9C83-4E47-A1EA-8C46185E176E}" srcOrd="5" destOrd="0" presId="urn:microsoft.com/office/officeart/2005/8/layout/vList2"/>
    <dgm:cxn modelId="{DF96D468-0064-44CD-9D17-472F7EEE3E4F}" type="presParOf" srcId="{4809FE52-68C5-4E2B-827B-BF6D6F1627E5}" destId="{3DD9E46E-41A7-4323-A095-F7000ED834EE}" srcOrd="6" destOrd="0" presId="urn:microsoft.com/office/officeart/2005/8/layout/vList2"/>
    <dgm:cxn modelId="{0ACC5FC3-A96E-4957-9D7A-206F46421B3E}" type="presParOf" srcId="{4809FE52-68C5-4E2B-827B-BF6D6F1627E5}" destId="{F2F05261-85C8-4AE2-B9B1-274D5E4ED2AF}" srcOrd="7" destOrd="0" presId="urn:microsoft.com/office/officeart/2005/8/layout/vList2"/>
    <dgm:cxn modelId="{C96EA70A-DF52-4193-8F97-B53E7103C36D}" type="presParOf" srcId="{4809FE52-68C5-4E2B-827B-BF6D6F1627E5}" destId="{07714473-C259-4FF4-B56B-94D033337CF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A8BCF-8BF2-49C3-AE41-D9F806D78029}">
      <dsp:nvSpPr>
        <dsp:cNvPr id="0" name=""/>
        <dsp:cNvSpPr/>
      </dsp:nvSpPr>
      <dsp:spPr>
        <a:xfrm>
          <a:off x="0" y="43331"/>
          <a:ext cx="2947482" cy="879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Inconsistent formatting: values such as 'female' and 'Female' represent the same category.</a:t>
          </a:r>
        </a:p>
      </dsp:txBody>
      <dsp:txXfrm>
        <a:off x="42950" y="86281"/>
        <a:ext cx="2861582" cy="793940"/>
      </dsp:txXfrm>
    </dsp:sp>
    <dsp:sp modelId="{67E17858-A1DE-4FEF-B69E-7C3FB1F5EDD5}">
      <dsp:nvSpPr>
        <dsp:cNvPr id="0" name=""/>
        <dsp:cNvSpPr/>
      </dsp:nvSpPr>
      <dsp:spPr>
        <a:xfrm>
          <a:off x="0" y="969252"/>
          <a:ext cx="2947482" cy="879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Standardize text values before analysis.</a:t>
          </a:r>
        </a:p>
      </dsp:txBody>
      <dsp:txXfrm>
        <a:off x="42950" y="1012202"/>
        <a:ext cx="2861582" cy="793940"/>
      </dsp:txXfrm>
    </dsp:sp>
    <dsp:sp modelId="{C403A46D-9FD8-4795-9302-052E5CC5B0E5}">
      <dsp:nvSpPr>
        <dsp:cNvPr id="0" name=""/>
        <dsp:cNvSpPr/>
      </dsp:nvSpPr>
      <dsp:spPr>
        <a:xfrm>
          <a:off x="0" y="1895172"/>
          <a:ext cx="2947482" cy="879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 outlier is a value that is unusually far from the other observations.</a:t>
          </a:r>
        </a:p>
      </dsp:txBody>
      <dsp:txXfrm>
        <a:off x="42950" y="1938122"/>
        <a:ext cx="2861582" cy="793940"/>
      </dsp:txXfrm>
    </dsp:sp>
    <dsp:sp modelId="{92C1FA56-1C97-433E-90D2-433556B65D5F}">
      <dsp:nvSpPr>
        <dsp:cNvPr id="0" name=""/>
        <dsp:cNvSpPr/>
      </dsp:nvSpPr>
      <dsp:spPr>
        <a:xfrm>
          <a:off x="0" y="2821092"/>
          <a:ext cx="2947482" cy="879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Example: Marks = 150 is suspicious when the normal mark range is 0–100.</a:t>
          </a:r>
        </a:p>
      </dsp:txBody>
      <dsp:txXfrm>
        <a:off x="42950" y="2864042"/>
        <a:ext cx="2861582" cy="7939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595D4-219F-42B3-AA51-DE89BDE3FA94}">
      <dsp:nvSpPr>
        <dsp:cNvPr id="0" name=""/>
        <dsp:cNvSpPr/>
      </dsp:nvSpPr>
      <dsp:spPr>
        <a:xfrm>
          <a:off x="0" y="2576"/>
          <a:ext cx="6263496" cy="5487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E70BDB-1F49-4F62-9B52-0DDB64746AA3}">
      <dsp:nvSpPr>
        <dsp:cNvPr id="0" name=""/>
        <dsp:cNvSpPr/>
      </dsp:nvSpPr>
      <dsp:spPr>
        <a:xfrm>
          <a:off x="166004" y="126050"/>
          <a:ext cx="301825" cy="301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2B497-9C2D-4CF9-91E7-26569212E624}">
      <dsp:nvSpPr>
        <dsp:cNvPr id="0" name=""/>
        <dsp:cNvSpPr/>
      </dsp:nvSpPr>
      <dsp:spPr>
        <a:xfrm>
          <a:off x="633834" y="2576"/>
          <a:ext cx="5629661" cy="54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79" tIns="58079" rIns="58079" bIns="580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Univariate analysis studies one variable at a time.</a:t>
          </a:r>
        </a:p>
      </dsp:txBody>
      <dsp:txXfrm>
        <a:off x="633834" y="2576"/>
        <a:ext cx="5629661" cy="548774"/>
      </dsp:txXfrm>
    </dsp:sp>
    <dsp:sp modelId="{E806E43F-1DD7-4FC4-B7AF-1C3D0FE1D601}">
      <dsp:nvSpPr>
        <dsp:cNvPr id="0" name=""/>
        <dsp:cNvSpPr/>
      </dsp:nvSpPr>
      <dsp:spPr>
        <a:xfrm>
          <a:off x="0" y="688543"/>
          <a:ext cx="6263496" cy="5487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FA8A6-6C82-4E36-BECB-770D1734AF5C}">
      <dsp:nvSpPr>
        <dsp:cNvPr id="0" name=""/>
        <dsp:cNvSpPr/>
      </dsp:nvSpPr>
      <dsp:spPr>
        <a:xfrm>
          <a:off x="166004" y="812018"/>
          <a:ext cx="301825" cy="301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48E09-3406-4B6C-AEB3-50F02C32CDA9}">
      <dsp:nvSpPr>
        <dsp:cNvPr id="0" name=""/>
        <dsp:cNvSpPr/>
      </dsp:nvSpPr>
      <dsp:spPr>
        <a:xfrm>
          <a:off x="633834" y="688543"/>
          <a:ext cx="5629661" cy="54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79" tIns="58079" rIns="58079" bIns="580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Histogram – shows the distribution of numerical data.</a:t>
          </a:r>
        </a:p>
      </dsp:txBody>
      <dsp:txXfrm>
        <a:off x="633834" y="688543"/>
        <a:ext cx="5629661" cy="548774"/>
      </dsp:txXfrm>
    </dsp:sp>
    <dsp:sp modelId="{26815FEB-9FD9-41F2-950B-0A062226EADE}">
      <dsp:nvSpPr>
        <dsp:cNvPr id="0" name=""/>
        <dsp:cNvSpPr/>
      </dsp:nvSpPr>
      <dsp:spPr>
        <a:xfrm>
          <a:off x="0" y="1374511"/>
          <a:ext cx="6263496" cy="5487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EB8A3D-B920-4979-9FCC-58C4F94CFC36}">
      <dsp:nvSpPr>
        <dsp:cNvPr id="0" name=""/>
        <dsp:cNvSpPr/>
      </dsp:nvSpPr>
      <dsp:spPr>
        <a:xfrm>
          <a:off x="166004" y="1497985"/>
          <a:ext cx="301825" cy="301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415E4-998C-493E-9110-FED26047980B}">
      <dsp:nvSpPr>
        <dsp:cNvPr id="0" name=""/>
        <dsp:cNvSpPr/>
      </dsp:nvSpPr>
      <dsp:spPr>
        <a:xfrm>
          <a:off x="633834" y="1374511"/>
          <a:ext cx="5629661" cy="54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79" tIns="58079" rIns="58079" bIns="580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Box plot – helps identify spread and possible outliers.</a:t>
          </a:r>
        </a:p>
      </dsp:txBody>
      <dsp:txXfrm>
        <a:off x="633834" y="1374511"/>
        <a:ext cx="5629661" cy="548774"/>
      </dsp:txXfrm>
    </dsp:sp>
    <dsp:sp modelId="{07872CC2-F37E-49D6-B423-ED811A22BA0E}">
      <dsp:nvSpPr>
        <dsp:cNvPr id="0" name=""/>
        <dsp:cNvSpPr/>
      </dsp:nvSpPr>
      <dsp:spPr>
        <a:xfrm>
          <a:off x="0" y="2060479"/>
          <a:ext cx="6263496" cy="5487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33F16-08B9-4E59-BBE8-13E0F2A8AC84}">
      <dsp:nvSpPr>
        <dsp:cNvPr id="0" name=""/>
        <dsp:cNvSpPr/>
      </dsp:nvSpPr>
      <dsp:spPr>
        <a:xfrm>
          <a:off x="166004" y="2183953"/>
          <a:ext cx="301825" cy="301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11633-BC33-4D9A-A4E7-C09AEB8BB927}">
      <dsp:nvSpPr>
        <dsp:cNvPr id="0" name=""/>
        <dsp:cNvSpPr/>
      </dsp:nvSpPr>
      <dsp:spPr>
        <a:xfrm>
          <a:off x="633834" y="2060479"/>
          <a:ext cx="5629661" cy="54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79" tIns="58079" rIns="58079" bIns="580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Bar chart – compares categories or individual values.</a:t>
          </a:r>
        </a:p>
      </dsp:txBody>
      <dsp:txXfrm>
        <a:off x="633834" y="2060479"/>
        <a:ext cx="5629661" cy="548774"/>
      </dsp:txXfrm>
    </dsp:sp>
    <dsp:sp modelId="{F29A9616-2A8A-429A-8354-4976AB34D0E5}">
      <dsp:nvSpPr>
        <dsp:cNvPr id="0" name=""/>
        <dsp:cNvSpPr/>
      </dsp:nvSpPr>
      <dsp:spPr>
        <a:xfrm>
          <a:off x="0" y="2746446"/>
          <a:ext cx="6263496" cy="5487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1C2A6-541F-40D4-8EE0-017B17896C80}">
      <dsp:nvSpPr>
        <dsp:cNvPr id="0" name=""/>
        <dsp:cNvSpPr/>
      </dsp:nvSpPr>
      <dsp:spPr>
        <a:xfrm>
          <a:off x="166004" y="2869920"/>
          <a:ext cx="301825" cy="301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0CE3B-BF3B-4349-9F6A-3864E3BEFB5E}">
      <dsp:nvSpPr>
        <dsp:cNvPr id="0" name=""/>
        <dsp:cNvSpPr/>
      </dsp:nvSpPr>
      <dsp:spPr>
        <a:xfrm>
          <a:off x="633834" y="2746446"/>
          <a:ext cx="5629661" cy="548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79" tIns="58079" rIns="58079" bIns="580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Pie chart – shows proportions of categories.</a:t>
          </a:r>
        </a:p>
      </dsp:txBody>
      <dsp:txXfrm>
        <a:off x="633834" y="2746446"/>
        <a:ext cx="5629661" cy="5487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3833B-CD8B-43A0-967E-1B3EF6578AB9}">
      <dsp:nvSpPr>
        <dsp:cNvPr id="0" name=""/>
        <dsp:cNvSpPr/>
      </dsp:nvSpPr>
      <dsp:spPr>
        <a:xfrm>
          <a:off x="0" y="0"/>
          <a:ext cx="5683639" cy="11728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Bivariate analysis studies the relationship between two variables.</a:t>
          </a:r>
        </a:p>
      </dsp:txBody>
      <dsp:txXfrm>
        <a:off x="34350" y="34350"/>
        <a:ext cx="4318984" cy="1104109"/>
      </dsp:txXfrm>
    </dsp:sp>
    <dsp:sp modelId="{630282F6-0476-4697-B1F4-D9F06C33BA0A}">
      <dsp:nvSpPr>
        <dsp:cNvPr id="0" name=""/>
        <dsp:cNvSpPr/>
      </dsp:nvSpPr>
      <dsp:spPr>
        <a:xfrm>
          <a:off x="476004" y="1386047"/>
          <a:ext cx="5683639" cy="1172809"/>
        </a:xfrm>
        <a:prstGeom prst="roundRect">
          <a:avLst>
            <a:gd name="adj" fmla="val 10000"/>
          </a:avLst>
        </a:prstGeom>
        <a:solidFill>
          <a:schemeClr val="accent2">
            <a:hueOff val="651485"/>
            <a:satOff val="-10511"/>
            <a:lumOff val="-183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Scatter plot: useful for two numerical variables.</a:t>
          </a:r>
        </a:p>
      </dsp:txBody>
      <dsp:txXfrm>
        <a:off x="510354" y="1420397"/>
        <a:ext cx="4376608" cy="1104109"/>
      </dsp:txXfrm>
    </dsp:sp>
    <dsp:sp modelId="{A3FCEAD0-34C9-4CA7-B142-8FF60435AB01}">
      <dsp:nvSpPr>
        <dsp:cNvPr id="0" name=""/>
        <dsp:cNvSpPr/>
      </dsp:nvSpPr>
      <dsp:spPr>
        <a:xfrm>
          <a:off x="944905" y="2772095"/>
          <a:ext cx="5683639" cy="1172809"/>
        </a:xfrm>
        <a:prstGeom prst="roundRect">
          <a:avLst>
            <a:gd name="adj" fmla="val 10000"/>
          </a:avLst>
        </a:prstGeom>
        <a:solidFill>
          <a:schemeClr val="accent2">
            <a:hueOff val="1302969"/>
            <a:satOff val="-21023"/>
            <a:lumOff val="-366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Example: Attendance vs Marks.</a:t>
          </a:r>
        </a:p>
      </dsp:txBody>
      <dsp:txXfrm>
        <a:off x="979255" y="2806445"/>
        <a:ext cx="4383712" cy="1104109"/>
      </dsp:txXfrm>
    </dsp:sp>
    <dsp:sp modelId="{D0EA36ED-2954-47B2-B4D2-97DBBF0BBBB2}">
      <dsp:nvSpPr>
        <dsp:cNvPr id="0" name=""/>
        <dsp:cNvSpPr/>
      </dsp:nvSpPr>
      <dsp:spPr>
        <a:xfrm>
          <a:off x="1420909" y="4158142"/>
          <a:ext cx="5683639" cy="1172809"/>
        </a:xfrm>
        <a:prstGeom prst="roundRect">
          <a:avLst>
            <a:gd name="adj" fmla="val 10000"/>
          </a:avLst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graph can help identify patterns, trends, or unusual observations.</a:t>
          </a:r>
        </a:p>
      </dsp:txBody>
      <dsp:txXfrm>
        <a:off x="1455259" y="4192492"/>
        <a:ext cx="4376608" cy="1104109"/>
      </dsp:txXfrm>
    </dsp:sp>
    <dsp:sp modelId="{4D550471-0E37-49D1-BCDD-E9B7163B8E3E}">
      <dsp:nvSpPr>
        <dsp:cNvPr id="0" name=""/>
        <dsp:cNvSpPr/>
      </dsp:nvSpPr>
      <dsp:spPr>
        <a:xfrm>
          <a:off x="4921313" y="898265"/>
          <a:ext cx="762326" cy="7623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5092836" y="898265"/>
        <a:ext cx="419280" cy="573650"/>
      </dsp:txXfrm>
    </dsp:sp>
    <dsp:sp modelId="{EA1DD230-5ADB-41A6-9D81-928BC236E8D6}">
      <dsp:nvSpPr>
        <dsp:cNvPr id="0" name=""/>
        <dsp:cNvSpPr/>
      </dsp:nvSpPr>
      <dsp:spPr>
        <a:xfrm>
          <a:off x="5397317" y="2284312"/>
          <a:ext cx="762326" cy="7623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04430"/>
            <a:satOff val="-28521"/>
            <a:lumOff val="-2064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1604430"/>
              <a:satOff val="-28521"/>
              <a:lumOff val="-20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5568840" y="2284312"/>
        <a:ext cx="419280" cy="573650"/>
      </dsp:txXfrm>
    </dsp:sp>
    <dsp:sp modelId="{B4A3270E-1A59-45B3-83A3-537C21FBEA65}">
      <dsp:nvSpPr>
        <dsp:cNvPr id="0" name=""/>
        <dsp:cNvSpPr/>
      </dsp:nvSpPr>
      <dsp:spPr>
        <a:xfrm>
          <a:off x="5866218" y="3670360"/>
          <a:ext cx="762326" cy="76232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208860"/>
            <a:satOff val="-57041"/>
            <a:lumOff val="-4127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3208860"/>
              <a:satOff val="-57041"/>
              <a:lumOff val="-41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6037741" y="3670360"/>
        <a:ext cx="419280" cy="5736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9CBF2-4D4B-474A-8782-185C37F7A570}">
      <dsp:nvSpPr>
        <dsp:cNvPr id="0" name=""/>
        <dsp:cNvSpPr/>
      </dsp:nvSpPr>
      <dsp:spPr>
        <a:xfrm>
          <a:off x="0" y="0"/>
          <a:ext cx="5470502" cy="9595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Features are input variables used to make an analysis or prediction.</a:t>
          </a:r>
        </a:p>
      </dsp:txBody>
      <dsp:txXfrm>
        <a:off x="28105" y="28105"/>
        <a:ext cx="4322780" cy="903361"/>
      </dsp:txXfrm>
    </dsp:sp>
    <dsp:sp modelId="{D45E64F1-AE84-47A5-8B67-A25666B19E91}">
      <dsp:nvSpPr>
        <dsp:cNvPr id="0" name=""/>
        <dsp:cNvSpPr/>
      </dsp:nvSpPr>
      <dsp:spPr>
        <a:xfrm>
          <a:off x="408511" y="1092845"/>
          <a:ext cx="5470502" cy="959571"/>
        </a:xfrm>
        <a:prstGeom prst="roundRect">
          <a:avLst>
            <a:gd name="adj" fmla="val 10000"/>
          </a:avLst>
        </a:prstGeom>
        <a:solidFill>
          <a:schemeClr val="accent2">
            <a:hueOff val="488613"/>
            <a:satOff val="-7883"/>
            <a:lumOff val="-1373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Target is the variable we want to understand or predict.</a:t>
          </a:r>
        </a:p>
      </dsp:txBody>
      <dsp:txXfrm>
        <a:off x="436616" y="1120950"/>
        <a:ext cx="4382059" cy="903361"/>
      </dsp:txXfrm>
    </dsp:sp>
    <dsp:sp modelId="{136FC589-D9F8-4A02-85D0-DAF660E8AFD9}">
      <dsp:nvSpPr>
        <dsp:cNvPr id="0" name=""/>
        <dsp:cNvSpPr/>
      </dsp:nvSpPr>
      <dsp:spPr>
        <a:xfrm>
          <a:off x="817023" y="2185690"/>
          <a:ext cx="5470502" cy="959571"/>
        </a:xfrm>
        <a:prstGeom prst="roundRect">
          <a:avLst>
            <a:gd name="adj" fmla="val 10000"/>
          </a:avLst>
        </a:prstGeom>
        <a:solidFill>
          <a:schemeClr val="accent2">
            <a:hueOff val="977227"/>
            <a:satOff val="-15767"/>
            <a:lumOff val="-2745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Example features: Age, Gender, Attendance.</a:t>
          </a:r>
        </a:p>
      </dsp:txBody>
      <dsp:txXfrm>
        <a:off x="845128" y="2213795"/>
        <a:ext cx="4382059" cy="903361"/>
      </dsp:txXfrm>
    </dsp:sp>
    <dsp:sp modelId="{6567CBB7-3E99-4AA9-8796-C71BD59C217F}">
      <dsp:nvSpPr>
        <dsp:cNvPr id="0" name=""/>
        <dsp:cNvSpPr/>
      </dsp:nvSpPr>
      <dsp:spPr>
        <a:xfrm>
          <a:off x="1225534" y="3278535"/>
          <a:ext cx="5470502" cy="959571"/>
        </a:xfrm>
        <a:prstGeom prst="roundRect">
          <a:avLst>
            <a:gd name="adj" fmla="val 10000"/>
          </a:avLst>
        </a:prstGeom>
        <a:solidFill>
          <a:schemeClr val="accent2">
            <a:hueOff val="1465840"/>
            <a:satOff val="-23650"/>
            <a:lumOff val="-4118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Example target: Marks.</a:t>
          </a:r>
        </a:p>
      </dsp:txBody>
      <dsp:txXfrm>
        <a:off x="1253639" y="3306640"/>
        <a:ext cx="4382059" cy="903361"/>
      </dsp:txXfrm>
    </dsp:sp>
    <dsp:sp modelId="{E11890B6-B5AC-42E5-A123-DAE185D81F95}">
      <dsp:nvSpPr>
        <dsp:cNvPr id="0" name=""/>
        <dsp:cNvSpPr/>
      </dsp:nvSpPr>
      <dsp:spPr>
        <a:xfrm>
          <a:off x="1634046" y="4371380"/>
          <a:ext cx="5470502" cy="959571"/>
        </a:xfrm>
        <a:prstGeom prst="roundRect">
          <a:avLst>
            <a:gd name="adj" fmla="val 10000"/>
          </a:avLst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choice depends on the purpose of the dataset.</a:t>
          </a:r>
        </a:p>
      </dsp:txBody>
      <dsp:txXfrm>
        <a:off x="1662151" y="4399485"/>
        <a:ext cx="4382059" cy="903361"/>
      </dsp:txXfrm>
    </dsp:sp>
    <dsp:sp modelId="{32B75E2B-FDC2-4ED0-A6B1-3696834B59F5}">
      <dsp:nvSpPr>
        <dsp:cNvPr id="0" name=""/>
        <dsp:cNvSpPr/>
      </dsp:nvSpPr>
      <dsp:spPr>
        <a:xfrm>
          <a:off x="4846781" y="701020"/>
          <a:ext cx="623721" cy="6237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987118" y="701020"/>
        <a:ext cx="343047" cy="469350"/>
      </dsp:txXfrm>
    </dsp:sp>
    <dsp:sp modelId="{BA706436-CFE3-41C9-AA57-E9BC2B51E2E9}">
      <dsp:nvSpPr>
        <dsp:cNvPr id="0" name=""/>
        <dsp:cNvSpPr/>
      </dsp:nvSpPr>
      <dsp:spPr>
        <a:xfrm>
          <a:off x="5255292" y="1793865"/>
          <a:ext cx="623721" cy="6237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069620"/>
            <a:satOff val="-19014"/>
            <a:lumOff val="-1376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1069620"/>
              <a:satOff val="-19014"/>
              <a:lumOff val="-13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395629" y="1793865"/>
        <a:ext cx="343047" cy="469350"/>
      </dsp:txXfrm>
    </dsp:sp>
    <dsp:sp modelId="{345AD4D7-BE82-494B-8431-0458341A1989}">
      <dsp:nvSpPr>
        <dsp:cNvPr id="0" name=""/>
        <dsp:cNvSpPr/>
      </dsp:nvSpPr>
      <dsp:spPr>
        <a:xfrm>
          <a:off x="5663804" y="2870717"/>
          <a:ext cx="623721" cy="6237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139240"/>
            <a:satOff val="-38027"/>
            <a:lumOff val="-2751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2139240"/>
              <a:satOff val="-38027"/>
              <a:lumOff val="-27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04141" y="2870717"/>
        <a:ext cx="343047" cy="469350"/>
      </dsp:txXfrm>
    </dsp:sp>
    <dsp:sp modelId="{FFAA2E40-850D-4853-8C5D-C566C0BF980F}">
      <dsp:nvSpPr>
        <dsp:cNvPr id="0" name=""/>
        <dsp:cNvSpPr/>
      </dsp:nvSpPr>
      <dsp:spPr>
        <a:xfrm>
          <a:off x="6072316" y="3974224"/>
          <a:ext cx="623721" cy="6237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208860"/>
            <a:satOff val="-57041"/>
            <a:lumOff val="-4127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3208860"/>
              <a:satOff val="-57041"/>
              <a:lumOff val="-41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212653" y="3974224"/>
        <a:ext cx="343047" cy="4693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A5EC9F-B281-4A5A-B572-14D689E205F8}">
      <dsp:nvSpPr>
        <dsp:cNvPr id="0" name=""/>
        <dsp:cNvSpPr/>
      </dsp:nvSpPr>
      <dsp:spPr>
        <a:xfrm>
          <a:off x="0" y="18622"/>
          <a:ext cx="7728267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Aim: Transform raw data into a form suitable for analysis or machine learning.</a:t>
          </a:r>
        </a:p>
      </dsp:txBody>
      <dsp:txXfrm>
        <a:off x="46606" y="65228"/>
        <a:ext cx="7635055" cy="861507"/>
      </dsp:txXfrm>
    </dsp:sp>
    <dsp:sp modelId="{60AEE988-1C81-4A78-862B-28938F4E1C67}">
      <dsp:nvSpPr>
        <dsp:cNvPr id="0" name=""/>
        <dsp:cNvSpPr/>
      </dsp:nvSpPr>
      <dsp:spPr>
        <a:xfrm>
          <a:off x="0" y="1042462"/>
          <a:ext cx="7728267" cy="954719"/>
        </a:xfrm>
        <a:prstGeom prst="roundRect">
          <a:avLst/>
        </a:prstGeom>
        <a:solidFill>
          <a:schemeClr val="accent5">
            <a:hueOff val="2794580"/>
            <a:satOff val="-2409"/>
            <a:lumOff val="3187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Label Encoding converts categories into numerical labels.</a:t>
          </a:r>
        </a:p>
      </dsp:txBody>
      <dsp:txXfrm>
        <a:off x="46606" y="1089068"/>
        <a:ext cx="7635055" cy="861507"/>
      </dsp:txXfrm>
    </dsp:sp>
    <dsp:sp modelId="{D98F0099-8E74-4256-A83C-023425E4CB9D}">
      <dsp:nvSpPr>
        <dsp:cNvPr id="0" name=""/>
        <dsp:cNvSpPr/>
      </dsp:nvSpPr>
      <dsp:spPr>
        <a:xfrm>
          <a:off x="0" y="2066302"/>
          <a:ext cx="7728267" cy="954719"/>
        </a:xfrm>
        <a:prstGeom prst="roundRect">
          <a:avLst/>
        </a:prstGeom>
        <a:solidFill>
          <a:schemeClr val="accent5">
            <a:hueOff val="5589159"/>
            <a:satOff val="-4817"/>
            <a:lumOff val="6373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Min-Max Scaling converts values to a specified range, commonly 0 to 1.</a:t>
          </a:r>
        </a:p>
      </dsp:txBody>
      <dsp:txXfrm>
        <a:off x="46606" y="2112908"/>
        <a:ext cx="7635055" cy="861507"/>
      </dsp:txXfrm>
    </dsp:sp>
    <dsp:sp modelId="{3DD9E46E-41A7-4323-A095-F7000ED834EE}">
      <dsp:nvSpPr>
        <dsp:cNvPr id="0" name=""/>
        <dsp:cNvSpPr/>
      </dsp:nvSpPr>
      <dsp:spPr>
        <a:xfrm>
          <a:off x="0" y="3090142"/>
          <a:ext cx="7728267" cy="954719"/>
        </a:xfrm>
        <a:prstGeom prst="roundRect">
          <a:avLst/>
        </a:prstGeom>
        <a:solidFill>
          <a:schemeClr val="accent5">
            <a:hueOff val="8383739"/>
            <a:satOff val="-7226"/>
            <a:lumOff val="956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Standardization transforms values around mean 0 with standard deviation 1.</a:t>
          </a:r>
        </a:p>
      </dsp:txBody>
      <dsp:txXfrm>
        <a:off x="46606" y="3136748"/>
        <a:ext cx="7635055" cy="861507"/>
      </dsp:txXfrm>
    </dsp:sp>
    <dsp:sp modelId="{07714473-C259-4FF4-B56B-94D033337CF4}">
      <dsp:nvSpPr>
        <dsp:cNvPr id="0" name=""/>
        <dsp:cNvSpPr/>
      </dsp:nvSpPr>
      <dsp:spPr>
        <a:xfrm>
          <a:off x="0" y="4113982"/>
          <a:ext cx="7728267" cy="954719"/>
        </a:xfrm>
        <a:prstGeom prst="roundRect">
          <a:avLst/>
        </a:prstGeom>
        <a:solidFill>
          <a:schemeClr val="accent5">
            <a:hueOff val="11178319"/>
            <a:satOff val="-9634"/>
            <a:lumOff val="12746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Binarization converts values into 0 or 1 using a threshold.</a:t>
          </a:r>
        </a:p>
      </dsp:txBody>
      <dsp:txXfrm>
        <a:off x="46606" y="4160588"/>
        <a:ext cx="7635055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4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4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0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7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8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1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2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90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0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6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16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39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6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3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9" y="1298448"/>
            <a:ext cx="7056444" cy="3255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/>
            </a:pPr>
            <a:r>
              <a:rPr lang="en-US" sz="5900" spc="-1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Pre-processing and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28702" y="4084889"/>
            <a:ext cx="3021621" cy="17091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defRPr sz="2500"/>
            </a:pPr>
            <a:r>
              <a:rPr lang="en-US" sz="2500">
                <a:solidFill>
                  <a:srgbClr val="FFFFFF"/>
                </a:solidFill>
              </a:rPr>
              <a:t>Practical Course • 2 Credits • 60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1697" y="4690051"/>
            <a:ext cx="57745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000"/>
            </a:pPr>
            <a:r>
              <a:rPr lang="en-IN" sz="2000" dirty="0"/>
              <a:t>Python • Pandas • Matplotlib • Seaborn •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600754" y="1087374"/>
            <a:ext cx="8983489" cy="1000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Learning Objectives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00753" y="2535446"/>
            <a:ext cx="8983489" cy="3554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 dirty="0"/>
              <a:t>Load and inspect CSV datasets using Pandas.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 dirty="0"/>
              <a:t>Identify and handle missing values, inconsistent formatting, and outliers.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 dirty="0"/>
              <a:t>Calculate descriptive summary statistics.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 dirty="0"/>
              <a:t>Create univariate and bivariate visualizations.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 dirty="0"/>
              <a:t>Identify features and target variables.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 dirty="0"/>
              <a:t>Apply label encoding, scaling, standardization, and binarization.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he document is a structured course outline for a data processing module, detailing tasks like handling datasets, creating visualizations, and preprocessing techniques.">
            <a:extLst>
              <a:ext uri="{FF2B5EF4-FFF2-40B4-BE49-F238E27FC236}">
                <a16:creationId xmlns:a16="http://schemas.microsoft.com/office/drawing/2014/main" id="{DEDDCFB8-1D90-90E2-4B8B-40D4DC169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88" y="1190860"/>
            <a:ext cx="10765823" cy="403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8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6EEAC6-011F-4499-ACFF-2FDC742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70F14D-B6E6-40EA-96B4-4E18D0CF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55943444-BCC5-C31D-8F06-F3D9BB5AD5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19" b="67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A133C1E-CB83-47F3-8F35-94C2A7C58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52919" y="1123837"/>
            <a:ext cx="2947482" cy="12834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24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Practical 1(a): Load and Clean a CSV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920" y="2407298"/>
            <a:ext cx="2947481" cy="34989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 dirty="0">
                <a:solidFill>
                  <a:srgbClr val="FFFFFF"/>
                </a:solidFill>
              </a:rPr>
              <a:t>Aim: Perform basic data cleaning on a student performance dataset.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 dirty="0">
                <a:solidFill>
                  <a:srgbClr val="FFFFFF"/>
                </a:solidFill>
              </a:rPr>
              <a:t>Dataset fields: </a:t>
            </a:r>
            <a:r>
              <a:rPr lang="en-US" sz="1600" dirty="0" err="1">
                <a:solidFill>
                  <a:srgbClr val="FFFFFF"/>
                </a:solidFill>
              </a:rPr>
              <a:t>Roll_No</a:t>
            </a:r>
            <a:r>
              <a:rPr lang="en-US" sz="1600" dirty="0">
                <a:solidFill>
                  <a:srgbClr val="FFFFFF"/>
                </a:solidFill>
              </a:rPr>
              <a:t>, Name, Age, Gender, Marks, Attendance.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 dirty="0">
                <a:solidFill>
                  <a:srgbClr val="FFFFFF"/>
                </a:solidFill>
              </a:rPr>
              <a:t>Tasks: load data, inspect rows/columns, find missing values, correct formatting, and detect outliers.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 dirty="0">
                <a:solidFill>
                  <a:srgbClr val="FFFFFF"/>
                </a:solidFill>
              </a:rPr>
              <a:t>Expected outcome: a clean and analysis-ready dataset.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E943A-225D-44B1-B345-D7FDBA43C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94260" y="1683144"/>
            <a:ext cx="2774922" cy="3491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Student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61606" y="1683143"/>
            <a:ext cx="6627377" cy="349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Roll_No | Name | Age | Gender | Marks | Attendance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101 | Amit | 18 | Male | 85 | 92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102 | Priya | 18 | Female | 90 | 95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103 | Rahul | 19 | Male | NaN | 88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104 | Sneha | 18 | female | 78 | 90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105 | Karan | 19 | Male | 150 | 85  ← possible outlier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106 | Neha | NaN | Female | 82 | NaN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600754" y="1087374"/>
            <a:ext cx="8983489" cy="1000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Loading and Inspecting the Dataset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00753" y="2535446"/>
            <a:ext cx="8983489" cy="3554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  <a:defRPr sz="1500">
                <a:latin typeface="Consolas"/>
              </a:defRPr>
            </a:pPr>
            <a:r>
              <a:rPr lang="en-US" sz="1500"/>
              <a:t>import pandas as pd</a:t>
            </a:r>
            <a:br>
              <a:rPr lang="en-US" sz="1500"/>
            </a:br>
            <a:br>
              <a:rPr lang="en-US" sz="1500"/>
            </a:br>
            <a:r>
              <a:rPr lang="en-US" sz="1500"/>
              <a:t>df = pd.read_csv("student_performance.csv")</a:t>
            </a:r>
            <a:br>
              <a:rPr lang="en-US" sz="1500"/>
            </a:br>
            <a:br>
              <a:rPr lang="en-US" sz="1500"/>
            </a:br>
            <a:r>
              <a:rPr lang="en-US" sz="1500"/>
              <a:t>print(df.head())</a:t>
            </a:r>
            <a:br>
              <a:rPr lang="en-US" sz="1500"/>
            </a:br>
            <a:r>
              <a:rPr lang="en-US" sz="1500"/>
              <a:t>print(df.shape)</a:t>
            </a:r>
            <a:br>
              <a:rPr lang="en-US" sz="1500"/>
            </a:br>
            <a:r>
              <a:rPr lang="en-US" sz="1500"/>
              <a:t>print(df.info())</a:t>
            </a:r>
            <a:br>
              <a:rPr lang="en-US" sz="1500"/>
            </a:br>
            <a:r>
              <a:rPr lang="en-US" sz="1500"/>
              <a:t>print(df.isnull().sum())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94260" y="1683144"/>
            <a:ext cx="2774922" cy="3491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Handling Missing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61606" y="1683143"/>
            <a:ext cx="6627377" cy="349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Missing values can occur because data was not entered, recorded, or collected.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Common methods: mean, median, mode, or a suitable fixed value.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For numerical data, mean or median can be used depending on the dataset.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Always check the result after filling missing values.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718458" y="910934"/>
            <a:ext cx="109728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onsolas"/>
              </a:defRPr>
            </a:pPr>
            <a:r>
              <a:rPr lang="en-IN" sz="1500" dirty="0" err="1"/>
              <a:t>df</a:t>
            </a:r>
            <a:r>
              <a:rPr lang="en-IN" sz="1500" dirty="0"/>
              <a:t>["Marks"] = </a:t>
            </a:r>
            <a:r>
              <a:rPr lang="en-IN" sz="1500" dirty="0" err="1"/>
              <a:t>df</a:t>
            </a:r>
            <a:r>
              <a:rPr lang="en-IN" sz="1500" dirty="0"/>
              <a:t>["Marks"].</a:t>
            </a:r>
            <a:r>
              <a:rPr lang="en-IN" sz="1500" dirty="0" err="1"/>
              <a:t>fillna</a:t>
            </a:r>
            <a:r>
              <a:rPr lang="en-IN" sz="1500" dirty="0"/>
              <a:t>(</a:t>
            </a:r>
            <a:r>
              <a:rPr lang="en-IN" sz="1500" dirty="0" err="1"/>
              <a:t>df</a:t>
            </a:r>
            <a:r>
              <a:rPr lang="en-IN" sz="1500" dirty="0"/>
              <a:t>["Marks"].mean())</a:t>
            </a:r>
            <a:br>
              <a:rPr lang="en-IN" sz="1500" dirty="0"/>
            </a:br>
            <a:r>
              <a:rPr lang="en-IN" sz="1500" dirty="0" err="1"/>
              <a:t>df</a:t>
            </a:r>
            <a:r>
              <a:rPr lang="en-IN" sz="1500" dirty="0"/>
              <a:t>["Age"] = </a:t>
            </a:r>
            <a:r>
              <a:rPr lang="en-IN" sz="1500" dirty="0" err="1"/>
              <a:t>df</a:t>
            </a:r>
            <a:r>
              <a:rPr lang="en-IN" sz="1500" dirty="0"/>
              <a:t>["Age"].</a:t>
            </a:r>
            <a:r>
              <a:rPr lang="en-IN" sz="1500" dirty="0" err="1"/>
              <a:t>fillna</a:t>
            </a:r>
            <a:r>
              <a:rPr lang="en-IN" sz="1500" dirty="0"/>
              <a:t>(</a:t>
            </a:r>
            <a:r>
              <a:rPr lang="en-IN" sz="1500" dirty="0" err="1"/>
              <a:t>df</a:t>
            </a:r>
            <a:r>
              <a:rPr lang="en-IN" sz="1500" dirty="0"/>
              <a:t>["Age"].median())</a:t>
            </a:r>
            <a:br>
              <a:rPr lang="en-IN" sz="1500" dirty="0"/>
            </a:br>
            <a:r>
              <a:rPr lang="en-IN" sz="1500" dirty="0" err="1"/>
              <a:t>df</a:t>
            </a:r>
            <a:r>
              <a:rPr lang="en-IN" sz="1500" dirty="0"/>
              <a:t>["Attendance"] = </a:t>
            </a:r>
            <a:r>
              <a:rPr lang="en-IN" sz="1500" dirty="0" err="1"/>
              <a:t>df</a:t>
            </a:r>
            <a:r>
              <a:rPr lang="en-IN" sz="1500" dirty="0"/>
              <a:t>["Attendance"].</a:t>
            </a:r>
            <a:r>
              <a:rPr lang="en-IN" sz="1500" dirty="0" err="1"/>
              <a:t>fillna</a:t>
            </a:r>
            <a:r>
              <a:rPr lang="en-IN" sz="1500" dirty="0"/>
              <a:t>(</a:t>
            </a:r>
            <a:br>
              <a:rPr lang="en-IN" sz="1500" dirty="0"/>
            </a:br>
            <a:r>
              <a:rPr lang="en-IN" sz="1500" dirty="0"/>
              <a:t>    </a:t>
            </a:r>
            <a:r>
              <a:rPr lang="en-IN" sz="1500" dirty="0" err="1"/>
              <a:t>df</a:t>
            </a:r>
            <a:r>
              <a:rPr lang="en-IN" sz="1500" dirty="0"/>
              <a:t>["Attendance"].mean()</a:t>
            </a:r>
            <a:br>
              <a:rPr lang="en-IN" sz="1500" dirty="0"/>
            </a:br>
            <a:r>
              <a:rPr lang="en-IN" sz="1500" dirty="0"/>
              <a:t>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758953"/>
            <a:ext cx="3577575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52919" y="1123837"/>
            <a:ext cx="2947482" cy="1038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22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Inconsistent Formatting and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4543" y="1718067"/>
            <a:ext cx="646393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onsolas"/>
              </a:defRPr>
            </a:pPr>
            <a:r>
              <a:rPr lang="en-IN" sz="1500" dirty="0" err="1"/>
              <a:t>df</a:t>
            </a:r>
            <a:r>
              <a:rPr lang="en-IN" sz="1500" dirty="0"/>
              <a:t>["Gender"] = </a:t>
            </a:r>
            <a:r>
              <a:rPr lang="en-IN" sz="1500" dirty="0" err="1"/>
              <a:t>df</a:t>
            </a:r>
            <a:r>
              <a:rPr lang="en-IN" sz="1500" dirty="0"/>
              <a:t>["Gender"].</a:t>
            </a:r>
            <a:r>
              <a:rPr lang="en-IN" sz="1500" dirty="0" err="1"/>
              <a:t>str.capitalize</a:t>
            </a:r>
            <a:r>
              <a:rPr lang="en-IN" sz="1500" dirty="0"/>
              <a:t>()</a:t>
            </a:r>
            <a:br>
              <a:rPr lang="en-IN" sz="1500" dirty="0"/>
            </a:br>
            <a:br>
              <a:rPr lang="en-IN" sz="1500" dirty="0"/>
            </a:br>
            <a:r>
              <a:rPr lang="en-IN" sz="1500" dirty="0"/>
              <a:t># Basic range check</a:t>
            </a:r>
            <a:br>
              <a:rPr lang="en-IN" sz="1500" dirty="0"/>
            </a:br>
            <a:r>
              <a:rPr lang="en-IN" sz="1500" dirty="0"/>
              <a:t>outliers = </a:t>
            </a:r>
            <a:r>
              <a:rPr lang="en-IN" sz="1500" dirty="0" err="1"/>
              <a:t>df</a:t>
            </a:r>
            <a:r>
              <a:rPr lang="en-IN" sz="1500" dirty="0"/>
              <a:t>[(</a:t>
            </a:r>
            <a:r>
              <a:rPr lang="en-IN" sz="1500" dirty="0" err="1"/>
              <a:t>df</a:t>
            </a:r>
            <a:r>
              <a:rPr lang="en-IN" sz="1500" dirty="0"/>
              <a:t>["Marks"] &lt; 0) | (</a:t>
            </a:r>
            <a:r>
              <a:rPr lang="en-IN" sz="1500" dirty="0" err="1"/>
              <a:t>df</a:t>
            </a:r>
            <a:r>
              <a:rPr lang="en-IN" sz="1500" dirty="0"/>
              <a:t>["Marks"] &gt; 100)]</a:t>
            </a:r>
            <a:br>
              <a:rPr lang="en-IN" sz="1500" dirty="0"/>
            </a:br>
            <a:r>
              <a:rPr lang="en-IN" sz="1500" dirty="0"/>
              <a:t>print(outliers)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1AD327B5-1A0B-F97C-3E24-98EDA8DDAB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2409220"/>
              </p:ext>
            </p:extLst>
          </p:nvPr>
        </p:nvGraphicFramePr>
        <p:xfrm>
          <a:off x="252920" y="2162014"/>
          <a:ext cx="2947482" cy="3744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6EEAC6-011F-4499-ACFF-2FDC742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70F14D-B6E6-40EA-96B4-4E18D0CF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6" name="Picture 5" descr="Financial graphs on a dark display">
            <a:extLst>
              <a:ext uri="{FF2B5EF4-FFF2-40B4-BE49-F238E27FC236}">
                <a16:creationId xmlns:a16="http://schemas.microsoft.com/office/drawing/2014/main" id="{25669513-14E7-2386-F378-15C4D089B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30490" y="-87076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133C1E-CB83-47F3-8F35-94C2A7C58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52919" y="1123837"/>
            <a:ext cx="2947482" cy="12834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24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Practical 1(b): 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920" y="2407298"/>
            <a:ext cx="2947482" cy="34989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>
                <a:solidFill>
                  <a:srgbClr val="FFFFFF"/>
                </a:solidFill>
              </a:rPr>
              <a:t>Aim: Calculate summary statistics and understand the dataset.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>
                <a:solidFill>
                  <a:srgbClr val="FFFFFF"/>
                </a:solidFill>
              </a:rPr>
              <a:t>Mean – average value.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>
                <a:solidFill>
                  <a:srgbClr val="FFFFFF"/>
                </a:solidFill>
              </a:rPr>
              <a:t>Median – middle value after sorting.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>
                <a:solidFill>
                  <a:srgbClr val="FFFFFF"/>
                </a:solidFill>
              </a:rPr>
              <a:t>Mode – most frequently occurring value.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>
                <a:solidFill>
                  <a:srgbClr val="FFFFFF"/>
                </a:solidFill>
              </a:rPr>
              <a:t>Minimum and Maximum – smallest and largest values.</a:t>
            </a:r>
          </a:p>
          <a:p>
            <a:pPr indent="-182880" defTabSz="9144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 2" pitchFamily="18" charset="2"/>
              <a:buChar char=""/>
              <a:defRPr sz="2000"/>
            </a:pPr>
            <a:r>
              <a:rPr lang="en-US" sz="1600">
                <a:solidFill>
                  <a:srgbClr val="FFFFFF"/>
                </a:solidFill>
              </a:rPr>
              <a:t>Standard deviation – shows the spread of values.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9E943A-225D-44B1-B345-D7FDBA43C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474080" y="1784050"/>
            <a:ext cx="740347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onsolas"/>
              </a:defRPr>
            </a:pPr>
            <a:r>
              <a:rPr lang="en-IN" sz="1500" dirty="0">
                <a:solidFill>
                  <a:schemeClr val="bg1"/>
                </a:solidFill>
              </a:rPr>
              <a:t>print(</a:t>
            </a:r>
            <a:r>
              <a:rPr lang="en-IN" sz="1500" dirty="0" err="1">
                <a:solidFill>
                  <a:schemeClr val="bg1"/>
                </a:solidFill>
              </a:rPr>
              <a:t>df.describe</a:t>
            </a:r>
            <a:r>
              <a:rPr lang="en-IN" sz="1500" dirty="0">
                <a:solidFill>
                  <a:schemeClr val="bg1"/>
                </a:solidFill>
              </a:rPr>
              <a:t>())</a:t>
            </a:r>
            <a:br>
              <a:rPr lang="en-IN" sz="1500" dirty="0">
                <a:solidFill>
                  <a:schemeClr val="bg1"/>
                </a:solidFill>
              </a:rPr>
            </a:br>
            <a:br>
              <a:rPr lang="en-IN" sz="1500" dirty="0">
                <a:solidFill>
                  <a:schemeClr val="bg1"/>
                </a:solidFill>
              </a:rPr>
            </a:br>
            <a:r>
              <a:rPr lang="en-IN" sz="1500" dirty="0">
                <a:solidFill>
                  <a:schemeClr val="bg1"/>
                </a:solidFill>
              </a:rPr>
              <a:t>print("Mean:", </a:t>
            </a:r>
            <a:r>
              <a:rPr lang="en-IN" sz="1500" dirty="0" err="1">
                <a:solidFill>
                  <a:schemeClr val="bg1"/>
                </a:solidFill>
              </a:rPr>
              <a:t>df</a:t>
            </a:r>
            <a:r>
              <a:rPr lang="en-IN" sz="1500" dirty="0">
                <a:solidFill>
                  <a:schemeClr val="bg1"/>
                </a:solidFill>
              </a:rPr>
              <a:t>["Marks"].mean())</a:t>
            </a:r>
            <a:br>
              <a:rPr lang="en-IN" sz="1500" dirty="0">
                <a:solidFill>
                  <a:schemeClr val="bg1"/>
                </a:solidFill>
              </a:rPr>
            </a:br>
            <a:r>
              <a:rPr lang="en-IN" sz="1500" dirty="0">
                <a:solidFill>
                  <a:schemeClr val="bg1"/>
                </a:solidFill>
              </a:rPr>
              <a:t>print("Median:", </a:t>
            </a:r>
            <a:r>
              <a:rPr lang="en-IN" sz="1500" dirty="0" err="1">
                <a:solidFill>
                  <a:schemeClr val="bg1"/>
                </a:solidFill>
              </a:rPr>
              <a:t>df</a:t>
            </a:r>
            <a:r>
              <a:rPr lang="en-IN" sz="1500" dirty="0">
                <a:solidFill>
                  <a:schemeClr val="bg1"/>
                </a:solidFill>
              </a:rPr>
              <a:t>["Marks"].median())</a:t>
            </a:r>
            <a:br>
              <a:rPr lang="en-IN" sz="1500" dirty="0">
                <a:solidFill>
                  <a:schemeClr val="bg1"/>
                </a:solidFill>
              </a:rPr>
            </a:br>
            <a:r>
              <a:rPr lang="en-IN" sz="1500" dirty="0">
                <a:solidFill>
                  <a:schemeClr val="bg1"/>
                </a:solidFill>
              </a:rPr>
              <a:t>print("Mode:", </a:t>
            </a:r>
            <a:r>
              <a:rPr lang="en-IN" sz="1500" dirty="0" err="1">
                <a:solidFill>
                  <a:schemeClr val="bg1"/>
                </a:solidFill>
              </a:rPr>
              <a:t>df</a:t>
            </a:r>
            <a:r>
              <a:rPr lang="en-IN" sz="1500" dirty="0">
                <a:solidFill>
                  <a:schemeClr val="bg1"/>
                </a:solidFill>
              </a:rPr>
              <a:t>["Marks"].mode()[0])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AAD8036-96D8-496C-8006-37ACA5AD8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A4CBA9-3463-4C65-BF46-6B6C50E7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42856" y="757325"/>
            <a:ext cx="3549144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895775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Univariate Visualization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CEED6C-D39C-40AA-B89E-52C3FA5A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767238" y="59608"/>
            <a:ext cx="88925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onsolas"/>
              </a:defRPr>
            </a:pPr>
            <a:r>
              <a:rPr lang="en-IN" sz="1500" dirty="0"/>
              <a:t>import </a:t>
            </a:r>
            <a:r>
              <a:rPr lang="en-IN" sz="1500" dirty="0" err="1"/>
              <a:t>matplotlib.pyplot</a:t>
            </a:r>
            <a:r>
              <a:rPr lang="en-IN" sz="1500" dirty="0"/>
              <a:t> as </a:t>
            </a:r>
            <a:r>
              <a:rPr lang="en-IN" sz="1500" dirty="0" err="1"/>
              <a:t>plt</a:t>
            </a:r>
            <a:br>
              <a:rPr lang="en-IN" sz="1500" dirty="0"/>
            </a:br>
            <a:r>
              <a:rPr lang="en-IN" sz="1500" dirty="0"/>
              <a:t>import seaborn as </a:t>
            </a:r>
            <a:r>
              <a:rPr lang="en-IN" sz="1500" dirty="0" err="1"/>
              <a:t>sns</a:t>
            </a:r>
            <a:br>
              <a:rPr lang="en-IN" sz="1500" dirty="0"/>
            </a:br>
            <a:br>
              <a:rPr lang="en-IN" sz="1500" dirty="0"/>
            </a:br>
            <a:r>
              <a:rPr lang="en-IN" sz="1500" dirty="0" err="1"/>
              <a:t>plt.hist</a:t>
            </a:r>
            <a:r>
              <a:rPr lang="en-IN" sz="1500" dirty="0"/>
              <a:t>(</a:t>
            </a:r>
            <a:r>
              <a:rPr lang="en-IN" sz="1500" dirty="0" err="1"/>
              <a:t>df</a:t>
            </a:r>
            <a:r>
              <a:rPr lang="en-IN" sz="1500" dirty="0"/>
              <a:t>["Marks"], bins=5)</a:t>
            </a:r>
            <a:br>
              <a:rPr lang="en-IN" sz="1500" dirty="0"/>
            </a:br>
            <a:r>
              <a:rPr lang="en-IN" sz="1500" dirty="0" err="1"/>
              <a:t>plt.xlabel</a:t>
            </a:r>
            <a:r>
              <a:rPr lang="en-IN" sz="1500" dirty="0"/>
              <a:t>("Marks")</a:t>
            </a:r>
            <a:br>
              <a:rPr lang="en-IN" sz="1500" dirty="0"/>
            </a:br>
            <a:r>
              <a:rPr lang="en-IN" sz="1500" dirty="0" err="1"/>
              <a:t>plt.ylabel</a:t>
            </a:r>
            <a:r>
              <a:rPr lang="en-IN" sz="1500" dirty="0"/>
              <a:t>("Students")</a:t>
            </a:r>
            <a:br>
              <a:rPr lang="en-IN" sz="1500" dirty="0"/>
            </a:br>
            <a:r>
              <a:rPr lang="en-IN" sz="1500" dirty="0" err="1"/>
              <a:t>plt.title</a:t>
            </a:r>
            <a:r>
              <a:rPr lang="en-IN" sz="1500" dirty="0"/>
              <a:t>("Distribution of Marks")</a:t>
            </a:r>
            <a:br>
              <a:rPr lang="en-IN" sz="1500" dirty="0"/>
            </a:br>
            <a:r>
              <a:rPr lang="en-IN" sz="1500" dirty="0" err="1"/>
              <a:t>plt.show</a:t>
            </a:r>
            <a:r>
              <a:rPr lang="en-IN" sz="1500" dirty="0"/>
              <a:t>()</a:t>
            </a:r>
            <a:br>
              <a:rPr lang="en-IN" sz="1500" dirty="0"/>
            </a:br>
            <a:br>
              <a:rPr lang="en-IN" sz="1500" dirty="0"/>
            </a:br>
            <a:r>
              <a:rPr lang="en-IN" sz="1500" dirty="0" err="1"/>
              <a:t>sns.boxplot</a:t>
            </a:r>
            <a:r>
              <a:rPr lang="en-IN" sz="1500" dirty="0"/>
              <a:t>(x=</a:t>
            </a:r>
            <a:r>
              <a:rPr lang="en-IN" sz="1500" dirty="0" err="1"/>
              <a:t>df</a:t>
            </a:r>
            <a:r>
              <a:rPr lang="en-IN" sz="1500" dirty="0"/>
              <a:t>["Marks"])</a:t>
            </a:r>
            <a:br>
              <a:rPr lang="en-IN" sz="1500" dirty="0"/>
            </a:br>
            <a:r>
              <a:rPr lang="en-IN" sz="1500" dirty="0" err="1"/>
              <a:t>plt.title</a:t>
            </a:r>
            <a:r>
              <a:rPr lang="en-IN" sz="1500" dirty="0"/>
              <a:t>("Marks - Box Plot")</a:t>
            </a:r>
            <a:br>
              <a:rPr lang="en-IN" sz="1500" dirty="0"/>
            </a:br>
            <a:r>
              <a:rPr lang="en-IN" sz="1500" dirty="0" err="1"/>
              <a:t>plt.show</a:t>
            </a:r>
            <a:r>
              <a:rPr lang="en-IN" sz="1500" dirty="0"/>
              <a:t>()</a:t>
            </a:r>
          </a:p>
        </p:txBody>
      </p:sp>
      <p:graphicFrame>
        <p:nvGraphicFramePr>
          <p:cNvPr id="23" name="TextBox 2">
            <a:extLst>
              <a:ext uri="{FF2B5EF4-FFF2-40B4-BE49-F238E27FC236}">
                <a16:creationId xmlns:a16="http://schemas.microsoft.com/office/drawing/2014/main" id="{B51588C8-C2FC-6B2A-4016-2B51068535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2791245"/>
              </p:ext>
            </p:extLst>
          </p:nvPr>
        </p:nvGraphicFramePr>
        <p:xfrm>
          <a:off x="1172235" y="2981538"/>
          <a:ext cx="6263496" cy="3297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3443591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spc="-6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Bivariate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Consolas"/>
              </a:defRPr>
            </a:pPr>
            <a:r>
              <a:rPr lang="en-IN" sz="1500"/>
              <a:t>sns.scatterplot(</a:t>
            </a:r>
            <a:br>
              <a:rPr lang="en-IN" sz="1500"/>
            </a:br>
            <a:r>
              <a:rPr lang="en-IN" sz="1500"/>
              <a:t>    x="Attendance",</a:t>
            </a:r>
            <a:br>
              <a:rPr lang="en-IN" sz="1500"/>
            </a:br>
            <a:r>
              <a:rPr lang="en-IN" sz="1500"/>
              <a:t>    y="Marks",</a:t>
            </a:r>
            <a:br>
              <a:rPr lang="en-IN" sz="1500"/>
            </a:br>
            <a:r>
              <a:rPr lang="en-IN" sz="1500"/>
              <a:t>    data=df</a:t>
            </a:r>
            <a:br>
              <a:rPr lang="en-IN" sz="1500"/>
            </a:br>
            <a:r>
              <a:rPr lang="en-IN" sz="1500"/>
              <a:t>)</a:t>
            </a:r>
            <a:br>
              <a:rPr lang="en-IN" sz="1500"/>
            </a:br>
            <a:r>
              <a:rPr lang="en-IN" sz="1500"/>
              <a:t>plt.title("Attendance vs Marks")</a:t>
            </a:r>
            <a:br>
              <a:rPr lang="en-IN" sz="1500"/>
            </a:br>
            <a:r>
              <a:rPr lang="en-IN" sz="1500"/>
              <a:t>plt.show()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97F2CB8D-89C0-DDA7-61E1-136F9CAFC9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2623580"/>
              </p:ext>
            </p:extLst>
          </p:nvPr>
        </p:nvGraphicFramePr>
        <p:xfrm>
          <a:off x="4059935" y="758952"/>
          <a:ext cx="7104549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F7C9B3-01BE-4D46-ACA2-312DFE36A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3443591" cy="53400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spc="-6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Features and Target Variable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0B423E0-C49D-F87A-F504-4AE17C215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8129889"/>
              </p:ext>
            </p:extLst>
          </p:nvPr>
        </p:nvGraphicFramePr>
        <p:xfrm>
          <a:off x="4059935" y="758952"/>
          <a:ext cx="7104549" cy="5330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spc="-6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Practical 1(c): Data Pre-processing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17E6778-4BD9-5DB0-9EB5-042E915158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304713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Label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rPr dirty="0"/>
              <a:t>from </a:t>
            </a:r>
            <a:r>
              <a:rPr dirty="0" err="1"/>
              <a:t>sklearn.preprocessing</a:t>
            </a:r>
            <a:r>
              <a:rPr dirty="0"/>
              <a:t> import </a:t>
            </a:r>
            <a:r>
              <a:rPr dirty="0" err="1"/>
              <a:t>LabelEncoder</a:t>
            </a:r>
            <a:br>
              <a:rPr dirty="0"/>
            </a:br>
            <a:br>
              <a:rPr dirty="0"/>
            </a:br>
            <a:r>
              <a:rPr dirty="0"/>
              <a:t>le = </a:t>
            </a:r>
            <a:r>
              <a:rPr dirty="0" err="1"/>
              <a:t>LabelEncoder</a:t>
            </a:r>
            <a:r>
              <a:rPr dirty="0"/>
              <a:t>()</a:t>
            </a:r>
            <a:br>
              <a:rPr dirty="0"/>
            </a:br>
            <a:r>
              <a:rPr dirty="0" err="1"/>
              <a:t>df</a:t>
            </a:r>
            <a:r>
              <a:rPr dirty="0"/>
              <a:t>["</a:t>
            </a:r>
            <a:r>
              <a:rPr dirty="0" err="1"/>
              <a:t>Gender_Encoded</a:t>
            </a:r>
            <a:r>
              <a:rPr dirty="0"/>
              <a:t>"] = </a:t>
            </a:r>
            <a:r>
              <a:rPr dirty="0" err="1"/>
              <a:t>le.fit_transform</a:t>
            </a:r>
            <a:r>
              <a:rPr dirty="0"/>
              <a:t>(</a:t>
            </a:r>
            <a:r>
              <a:rPr dirty="0" err="1"/>
              <a:t>df</a:t>
            </a:r>
            <a:r>
              <a:t>["Gender"])</a:t>
            </a:r>
            <a:br/>
            <a:br/>
            <a:r>
              <a:t>print(</a:t>
            </a:r>
            <a:r>
              <a:rPr dirty="0" err="1"/>
              <a:t>df</a:t>
            </a:r>
            <a:r>
              <a:rPr dirty="0"/>
              <a:t>[["Gender", "</a:t>
            </a:r>
            <a:r>
              <a:rPr dirty="0" err="1"/>
              <a:t>Gender_Encoded</a:t>
            </a:r>
            <a:r>
              <a:rPr dirty="0"/>
              <a:t>"]])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Scaling and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t>from sklearn.preprocessing import MinMaxScaler</a:t>
            </a:r>
            <a:br/>
            <a:r>
              <a:t>from sklearn.preprocessing import StandardScaler</a:t>
            </a:r>
            <a:br/>
            <a:br/>
            <a:r>
              <a:t>minmax = MinMaxScaler()</a:t>
            </a:r>
            <a:br/>
            <a:r>
              <a:t>df["Marks_Scaled"] = minmax.fit_transform(</a:t>
            </a:r>
            <a:br/>
            <a:r>
              <a:t>    df[["Marks"]]</a:t>
            </a:r>
            <a:br/>
            <a:r>
              <a:t>)</a:t>
            </a:r>
            <a:br/>
            <a:br/>
            <a:r>
              <a:t>standard = StandardScaler()</a:t>
            </a:r>
            <a:br/>
            <a:r>
              <a:t>df["Marks_Standardized"] = standard.fit_transform(</a:t>
            </a:r>
            <a:br/>
            <a:r>
              <a:t>    df[["Marks"]]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Binarization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Binarization converts numerical values into two classes: 0 and 1.</a:t>
            </a:r>
          </a:p>
          <a:p>
            <a:pPr>
              <a:spcAft>
                <a:spcPts val="1000"/>
              </a:spcAft>
              <a:defRPr sz="2000"/>
            </a:pPr>
            <a:r>
              <a:t>A threshold is selected.</a:t>
            </a:r>
          </a:p>
          <a:p>
            <a:pPr>
              <a:spcAft>
                <a:spcPts val="1000"/>
              </a:spcAft>
              <a:defRPr sz="2000"/>
            </a:pPr>
            <a:r>
              <a:t>Example: threshold = 75.</a:t>
            </a:r>
          </a:p>
          <a:p>
            <a:pPr>
              <a:spcAft>
                <a:spcPts val="1000"/>
              </a:spcAft>
              <a:defRPr sz="2000"/>
            </a:pPr>
            <a:r>
              <a:t>Marks below the threshold become 0; marks at or above it become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80" y="3758184"/>
            <a:ext cx="9067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nsolas"/>
              </a:defRPr>
            </a:pPr>
            <a:r>
              <a:rPr dirty="0"/>
              <a:t>from </a:t>
            </a:r>
            <a:r>
              <a:rPr dirty="0" err="1"/>
              <a:t>sklearn.preprocessing</a:t>
            </a:r>
            <a:r>
              <a:rPr dirty="0"/>
              <a:t> import </a:t>
            </a:r>
            <a:r>
              <a:rPr dirty="0" err="1"/>
              <a:t>Binarizer</a:t>
            </a:r>
            <a:br>
              <a:rPr dirty="0"/>
            </a:br>
            <a:br>
              <a:rPr dirty="0"/>
            </a:br>
            <a:r>
              <a:rPr dirty="0" err="1"/>
              <a:t>binarizer</a:t>
            </a:r>
            <a:r>
              <a:rPr dirty="0"/>
              <a:t> = </a:t>
            </a:r>
            <a:r>
              <a:rPr dirty="0" err="1"/>
              <a:t>Binarizer</a:t>
            </a:r>
            <a:r>
              <a:rPr dirty="0"/>
              <a:t>(threshold=75)</a:t>
            </a:r>
            <a:br>
              <a:rPr dirty="0"/>
            </a:br>
            <a:r>
              <a:rPr dirty="0" err="1"/>
              <a:t>df</a:t>
            </a:r>
            <a:r>
              <a:rPr dirty="0"/>
              <a:t>["</a:t>
            </a:r>
            <a:r>
              <a:rPr dirty="0" err="1"/>
              <a:t>Marks_Binary</a:t>
            </a:r>
            <a:r>
              <a:rPr dirty="0"/>
              <a:t>"] = </a:t>
            </a:r>
            <a:r>
              <a:rPr dirty="0" err="1"/>
              <a:t>binarizer.fit_transform</a:t>
            </a:r>
            <a:r>
              <a:rPr dirty="0"/>
              <a:t>(</a:t>
            </a:r>
            <a:br>
              <a:rPr dirty="0"/>
            </a:br>
            <a:r>
              <a:rPr dirty="0"/>
              <a:t>    </a:t>
            </a:r>
            <a:r>
              <a:rPr dirty="0" err="1"/>
              <a:t>df</a:t>
            </a:r>
            <a:r>
              <a:rPr dirty="0"/>
              <a:t>[["Marks"]]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print(</a:t>
            </a:r>
            <a:r>
              <a:rPr dirty="0" err="1"/>
              <a:t>df</a:t>
            </a:r>
            <a:r>
              <a:rPr dirty="0"/>
              <a:t>[["Marks", "</a:t>
            </a:r>
            <a:r>
              <a:rPr dirty="0" err="1"/>
              <a:t>Marks_Binary</a:t>
            </a:r>
            <a:r>
              <a:rPr dirty="0"/>
              <a:t>"]])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Complete Practical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Load the CSV dataset.</a:t>
            </a:r>
          </a:p>
          <a:p>
            <a:pPr>
              <a:spcAft>
                <a:spcPts val="1000"/>
              </a:spcAft>
              <a:defRPr sz="2000"/>
            </a:pPr>
            <a:r>
              <a:t>2. Inspect rows, columns, data types, and missing values.</a:t>
            </a:r>
          </a:p>
          <a:p>
            <a:pPr>
              <a:spcAft>
                <a:spcPts val="1000"/>
              </a:spcAft>
              <a:defRPr sz="2000"/>
            </a:pPr>
            <a:r>
              <a:t>3. Clean missing and inconsistent data.</a:t>
            </a:r>
          </a:p>
          <a:p>
            <a:pPr>
              <a:spcAft>
                <a:spcPts val="1000"/>
              </a:spcAft>
              <a:defRPr sz="2000"/>
            </a:pPr>
            <a:r>
              <a:t>4. Detect possible outliers.</a:t>
            </a:r>
          </a:p>
          <a:p>
            <a:pPr>
              <a:spcAft>
                <a:spcPts val="1000"/>
              </a:spcAft>
              <a:defRPr sz="2000"/>
            </a:pPr>
            <a:r>
              <a:t>5. Calculate descriptive statistics.</a:t>
            </a:r>
          </a:p>
          <a:p>
            <a:pPr>
              <a:spcAft>
                <a:spcPts val="1000"/>
              </a:spcAft>
              <a:defRPr sz="2000"/>
            </a:pPr>
            <a:r>
              <a:t>6. Create univariate graphs.</a:t>
            </a:r>
          </a:p>
          <a:p>
            <a:pPr>
              <a:spcAft>
                <a:spcPts val="1000"/>
              </a:spcAft>
              <a:defRPr sz="2000"/>
            </a:pPr>
            <a:r>
              <a:t>7. Create bivariate graphs.</a:t>
            </a:r>
          </a:p>
          <a:p>
            <a:pPr>
              <a:spcAft>
                <a:spcPts val="1000"/>
              </a:spcAft>
              <a:defRPr sz="2000"/>
            </a:pPr>
            <a:r>
              <a:t>8. Identify features and target.</a:t>
            </a:r>
          </a:p>
          <a:p>
            <a:pPr>
              <a:spcAft>
                <a:spcPts val="1000"/>
              </a:spcAft>
              <a:defRPr sz="2000"/>
            </a:pPr>
            <a:r>
              <a:t>9. Apply encoding and scaling techniques.</a:t>
            </a:r>
          </a:p>
          <a:p>
            <a:pPr>
              <a:spcAft>
                <a:spcPts val="1000"/>
              </a:spcAft>
              <a:defRPr sz="2000"/>
            </a:pPr>
            <a:r>
              <a:t>10. Save and report the cleaned/transformed dataset.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Suggested Datasets for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 Performance Dataset</a:t>
            </a:r>
          </a:p>
          <a:p>
            <a:pPr>
              <a:spcAft>
                <a:spcPts val="1000"/>
              </a:spcAft>
              <a:defRPr sz="2000"/>
            </a:pPr>
            <a:r>
              <a:t>Iris Dataset</a:t>
            </a:r>
          </a:p>
          <a:p>
            <a:pPr>
              <a:spcAft>
                <a:spcPts val="1000"/>
              </a:spcAft>
              <a:defRPr sz="2000"/>
            </a:pPr>
            <a:r>
              <a:t>Titanic Dataset</a:t>
            </a:r>
          </a:p>
          <a:p>
            <a:pPr>
              <a:spcAft>
                <a:spcPts val="1000"/>
              </a:spcAft>
              <a:defRPr sz="2000"/>
            </a:pPr>
            <a:r>
              <a:t>Employee Salary Dataset</a:t>
            </a:r>
          </a:p>
          <a:p>
            <a:pPr>
              <a:spcAft>
                <a:spcPts val="1000"/>
              </a:spcAft>
              <a:defRPr sz="2000"/>
            </a:pPr>
            <a:r>
              <a:t>House Price Dataset</a:t>
            </a:r>
          </a:p>
          <a:p>
            <a:pPr>
              <a:spcAft>
                <a:spcPts val="1000"/>
              </a:spcAft>
              <a:defRPr sz="2000"/>
            </a:pPr>
            <a:r>
              <a:t>Customer Sales Dataset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Practical Questions / Viva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What is data pre-processing?</a:t>
            </a:r>
          </a:p>
          <a:p>
            <a:pPr>
              <a:spcAft>
                <a:spcPts val="1000"/>
              </a:spcAft>
              <a:defRPr sz="2000"/>
            </a:pPr>
            <a:r>
              <a:t>Why are missing values handled?</a:t>
            </a:r>
          </a:p>
          <a:p>
            <a:pPr>
              <a:spcAft>
                <a:spcPts val="1000"/>
              </a:spcAft>
              <a:defRPr sz="2000"/>
            </a:pPr>
            <a:r>
              <a:t>What is an outlier?</a:t>
            </a:r>
          </a:p>
          <a:p>
            <a:pPr>
              <a:spcAft>
                <a:spcPts val="1000"/>
              </a:spcAft>
              <a:defRPr sz="2000"/>
            </a:pPr>
            <a:r>
              <a:t>What is the difference between univariate and bivariate analysis?</a:t>
            </a:r>
          </a:p>
          <a:p>
            <a:pPr>
              <a:spcAft>
                <a:spcPts val="1000"/>
              </a:spcAft>
              <a:defRPr sz="2000"/>
            </a:pPr>
            <a:r>
              <a:t>What is label encoding?</a:t>
            </a:r>
          </a:p>
          <a:p>
            <a:pPr>
              <a:spcAft>
                <a:spcPts val="1000"/>
              </a:spcAft>
              <a:defRPr sz="2000"/>
            </a:pPr>
            <a:r>
              <a:t>Why is feature scaling required?</a:t>
            </a:r>
          </a:p>
          <a:p>
            <a:pPr>
              <a:spcAft>
                <a:spcPts val="1000"/>
              </a:spcAft>
              <a:defRPr sz="2000"/>
            </a:pPr>
            <a:r>
              <a:t>What is the difference between Min-Max Scaling and Standardization?</a:t>
            </a:r>
          </a:p>
          <a:p>
            <a:pPr>
              <a:spcAft>
                <a:spcPts val="1000"/>
              </a:spcAft>
              <a:defRPr sz="2000"/>
            </a:pPr>
            <a:r>
              <a:t>What are features and target variables?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Data pre-processing improves the quality and consistency of raw data.</a:t>
            </a:r>
          </a:p>
          <a:p>
            <a:pPr>
              <a:spcAft>
                <a:spcPts val="1000"/>
              </a:spcAft>
              <a:defRPr sz="2000"/>
            </a:pPr>
            <a:r>
              <a:t>Exploratory analysis helps us understand patterns and relationships.</a:t>
            </a:r>
          </a:p>
          <a:p>
            <a:pPr>
              <a:spcAft>
                <a:spcPts val="1000"/>
              </a:spcAft>
              <a:defRPr sz="2000"/>
            </a:pPr>
            <a:r>
              <a:t>Visualization makes data easier to interpret.</a:t>
            </a:r>
          </a:p>
          <a:p>
            <a:pPr>
              <a:spcAft>
                <a:spcPts val="1000"/>
              </a:spcAft>
              <a:defRPr sz="2000"/>
            </a:pPr>
            <a:r>
              <a:t>Encoding and scaling prepare data for further analysis and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1319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Corbel</vt:lpstr>
      <vt:lpstr>Wingdings 2</vt:lpstr>
      <vt:lpstr>Frame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 Maurya</cp:lastModifiedBy>
  <cp:revision>4</cp:revision>
  <dcterms:created xsi:type="dcterms:W3CDTF">2013-01-27T09:14:16Z</dcterms:created>
  <dcterms:modified xsi:type="dcterms:W3CDTF">2026-09-18T19:22:30Z</dcterms:modified>
  <cp:category/>
</cp:coreProperties>
</file>