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FIND-S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600"/>
              </a:spcAft>
              <a:defRPr sz="2400"/>
            </a:pPr>
            <a:r>
              <a:t>Machine Learning Practical</a:t>
            </a:r>
          </a:p>
          <a:p>
            <a:pPr algn="ctr">
              <a:spcAft>
                <a:spcPts val="1600"/>
              </a:spcAft>
              <a:defRPr sz="2400"/>
            </a:pPr>
            <a:r>
              <a:t>Finding the Most Specific Hypothesis from Training Data</a:t>
            </a:r>
          </a:p>
          <a:p>
            <a:pPr algn="ctr">
              <a:spcAft>
                <a:spcPts val="1600"/>
              </a:spcAft>
              <a:defRPr sz="2400"/>
            </a:pPr>
            <a:r>
              <a:t>Dataset: EnjoySport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FIND-S Algorithm  | 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Implement and demonstrate the FIND-S algorithm.</a:t>
            </a:r>
          </a:p>
          <a:p>
            <a:pPr>
              <a:spcAft>
                <a:spcPts val="1000"/>
              </a:spcAft>
              <a:defRPr sz="2000"/>
            </a:pPr>
            <a:r>
              <a:t>Read training data from a CSV file.</a:t>
            </a:r>
          </a:p>
          <a:p>
            <a:pPr>
              <a:spcAft>
                <a:spcPts val="1000"/>
              </a:spcAft>
              <a:defRPr sz="2000"/>
            </a:pPr>
            <a:r>
              <a:t>Find the most specific hypothesis from positive training examples.</a:t>
            </a:r>
          </a:p>
          <a:p>
            <a:pPr>
              <a:spcAft>
                <a:spcPts val="1000"/>
              </a:spcAft>
              <a:defRPr sz="2000"/>
            </a:pPr>
            <a:r>
              <a:t>Display the final specific hypothesis.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FIND-S Algorithm  |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ypothesis: Definition, Examples, and Types">
            <a:extLst>
              <a:ext uri="{FF2B5EF4-FFF2-40B4-BE49-F238E27FC236}">
                <a16:creationId xmlns:a16="http://schemas.microsoft.com/office/drawing/2014/main" id="{6FE358D7-1180-89F6-EE01-018BF94CC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484632"/>
            <a:ext cx="9747504" cy="615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049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is FIND-S?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FIND-S is a simple concept-learning algorithm.</a:t>
            </a:r>
          </a:p>
          <a:p>
            <a:pPr>
              <a:spcAft>
                <a:spcPts val="1000"/>
              </a:spcAft>
              <a:defRPr sz="2000"/>
            </a:pPr>
            <a:r>
              <a:t>It starts with the most specific possible hypothesis.</a:t>
            </a:r>
          </a:p>
          <a:p>
            <a:pPr>
              <a:spcAft>
                <a:spcPts val="1000"/>
              </a:spcAft>
              <a:defRPr sz="2000"/>
            </a:pPr>
            <a:r>
              <a:t>It considers only positive training examples.</a:t>
            </a:r>
          </a:p>
          <a:p>
            <a:pPr>
              <a:spcAft>
                <a:spcPts val="1000"/>
              </a:spcAft>
              <a:defRPr sz="2000"/>
            </a:pPr>
            <a:r>
              <a:t>The hypothesis is generalized whenever an attribute differs.</a:t>
            </a:r>
          </a:p>
          <a:p>
            <a:pPr>
              <a:spcAft>
                <a:spcPts val="1000"/>
              </a:spcAft>
              <a:defRPr sz="2000"/>
            </a:pPr>
            <a:r>
              <a:t>The final result represents the most specific hypothesis consistent with the positive examples.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FIND-S Algorithm  |  Slide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Training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Attributes: Sky, </a:t>
            </a:r>
            <a:r>
              <a:rPr dirty="0" err="1"/>
              <a:t>AirTemp</a:t>
            </a:r>
            <a:r>
              <a:rPr dirty="0"/>
              <a:t>, Humidity, Wind, Water, Forecast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Target attribute: </a:t>
            </a:r>
            <a:r>
              <a:rPr dirty="0" err="1"/>
              <a:t>EnjoySport</a:t>
            </a:r>
            <a:endParaRPr dirty="0"/>
          </a:p>
          <a:p>
            <a:pPr>
              <a:spcAft>
                <a:spcPts val="1000"/>
              </a:spcAft>
              <a:defRPr sz="2000"/>
            </a:pPr>
            <a:r>
              <a:rPr dirty="0"/>
              <a:t>Positive examples: Yes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Negative example: No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The dataset is stored in a CSV file named enjoysport.csv.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FIND-S Algorithm  |  Slide 4</a:t>
            </a:r>
          </a:p>
        </p:txBody>
      </p:sp>
      <p:pic>
        <p:nvPicPr>
          <p:cNvPr id="7" name="Picture 6" descr="The image shows a text snippet from a testing procedure for a specific algorithm, outlining a task to implement and demonstrate the FIND-S algorithm for deriving a precise hypothesis from a provided training data set.">
            <a:extLst>
              <a:ext uri="{FF2B5EF4-FFF2-40B4-BE49-F238E27FC236}">
                <a16:creationId xmlns:a16="http://schemas.microsoft.com/office/drawing/2014/main" id="{2394C333-4662-7639-C11F-6E939936E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3621024"/>
            <a:ext cx="11503152" cy="15985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Dataset – EnjoySport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7479792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1. Sunny | Warm | Normal | Strong | Warm | Same | Yes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2. Sunny | Warm | High   | Strong | Warm | Same | Yes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3. Rainy | Cold | High   | Strong | Warm | Change | No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4. Sunny | Warm | High   | Strong | Cool | Change | Yes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FIND-S Algorithm  |  Slide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D31BB-BFE2-C9EF-904C-EE0A241BAC51}"/>
              </a:ext>
            </a:extLst>
          </p:cNvPr>
          <p:cNvSpPr txBox="1"/>
          <p:nvPr/>
        </p:nvSpPr>
        <p:spPr>
          <a:xfrm>
            <a:off x="822960" y="1197391"/>
            <a:ext cx="6140196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lang="en-US" sz="2000" dirty="0"/>
              <a:t>Attributes: Sky, </a:t>
            </a:r>
            <a:r>
              <a:rPr lang="en-US" sz="2000" dirty="0" err="1"/>
              <a:t>AirTemp</a:t>
            </a:r>
            <a:r>
              <a:rPr lang="en-US" sz="2000" dirty="0"/>
              <a:t>, Humidity, Wind, Water, Forecast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2000" dirty="0"/>
              <a:t>Target attribute: </a:t>
            </a:r>
            <a:r>
              <a:rPr lang="en-US" sz="2000" dirty="0" err="1"/>
              <a:t>EnjoySport</a:t>
            </a:r>
            <a:endParaRPr lang="en-US" sz="2000" dirty="0"/>
          </a:p>
          <a:p>
            <a:pPr>
              <a:spcAft>
                <a:spcPts val="1000"/>
              </a:spcAft>
              <a:defRPr sz="2000"/>
            </a:pPr>
            <a:r>
              <a:rPr lang="en-US" sz="2000" dirty="0"/>
              <a:t>Positive examples: Yes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2000" dirty="0"/>
              <a:t>Negative example: No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2000" dirty="0"/>
              <a:t>The dataset is stored in a CSV file named enjoysport.csv.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FIND-S Algorithm –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Step 1: Initialize the hypothesis with the most specific values.</a:t>
            </a:r>
          </a:p>
          <a:p>
            <a:pPr>
              <a:spcAft>
                <a:spcPts val="1000"/>
              </a:spcAft>
              <a:defRPr sz="2000"/>
            </a:pPr>
            <a:r>
              <a:t>Step 2: Read each training example.</a:t>
            </a:r>
          </a:p>
          <a:p>
            <a:pPr>
              <a:spcAft>
                <a:spcPts val="1000"/>
              </a:spcAft>
              <a:defRPr sz="2000"/>
            </a:pPr>
            <a:r>
              <a:t>Step 3: If the example is negative, ignore it.</a:t>
            </a:r>
          </a:p>
          <a:p>
            <a:pPr>
              <a:spcAft>
                <a:spcPts val="1000"/>
              </a:spcAft>
              <a:defRPr sz="2000"/>
            </a:pPr>
            <a:r>
              <a:t>Step 4: If the example is positive, compare it with the hypothesis.</a:t>
            </a:r>
          </a:p>
          <a:p>
            <a:pPr>
              <a:spcAft>
                <a:spcPts val="1000"/>
              </a:spcAft>
              <a:defRPr sz="2000"/>
            </a:pPr>
            <a:r>
              <a:t>Step 5: If an attribute differs, replace that attribute with '?'.</a:t>
            </a:r>
          </a:p>
          <a:p>
            <a:pPr>
              <a:spcAft>
                <a:spcPts val="1000"/>
              </a:spcAft>
              <a:defRPr sz="2000"/>
            </a:pPr>
            <a:r>
              <a:t>Step 6: Continue until all training examples are processed.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FIND-S Algorithm  |  Slide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Working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44368"/>
            <a:ext cx="9116568" cy="258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/>
            </a:pPr>
            <a:r>
              <a:rPr dirty="0"/>
              <a:t>First positive example: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h = [Sunny, Warm, Normal, Strong, Warm, Same]</a:t>
            </a:r>
          </a:p>
          <a:p>
            <a:pPr>
              <a:spcAft>
                <a:spcPts val="1000"/>
              </a:spcAft>
              <a:defRPr sz="2000" b="1"/>
            </a:pPr>
            <a:r>
              <a:rPr dirty="0"/>
              <a:t>Second positive example differs in Humidity: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h = [Sunny, Warm, ?, Strong, Warm, Same]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Negative example is ignored.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Fourth positive example differs in Water and Forecast.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FIND-S Algorithm  |  Slide 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AD303A-1DD0-592E-2102-40FEBEEA0A44}"/>
              </a:ext>
            </a:extLst>
          </p:cNvPr>
          <p:cNvSpPr txBox="1"/>
          <p:nvPr/>
        </p:nvSpPr>
        <p:spPr>
          <a:xfrm>
            <a:off x="1497330" y="1170432"/>
            <a:ext cx="784783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lang="en-IN" sz="2000" dirty="0"/>
              <a:t>1. Sunny | Warm | Normal | Strong | Warm | Same | Yes</a:t>
            </a:r>
          </a:p>
          <a:p>
            <a:pPr>
              <a:spcAft>
                <a:spcPts val="1000"/>
              </a:spcAft>
              <a:defRPr sz="2000"/>
            </a:pPr>
            <a:r>
              <a:rPr lang="en-IN" sz="2000" dirty="0"/>
              <a:t>2. Sunny | Warm | High   | Strong | Warm | Same | Yes</a:t>
            </a:r>
          </a:p>
          <a:p>
            <a:pPr>
              <a:spcAft>
                <a:spcPts val="1000"/>
              </a:spcAft>
              <a:defRPr sz="2000"/>
            </a:pPr>
            <a:r>
              <a:rPr lang="en-IN" sz="2000" dirty="0"/>
              <a:t>3. Rainy | Cold | High   | Strong | Warm | Change | No</a:t>
            </a:r>
          </a:p>
          <a:p>
            <a:pPr>
              <a:spcAft>
                <a:spcPts val="1000"/>
              </a:spcAft>
              <a:defRPr sz="2000"/>
            </a:pPr>
            <a:r>
              <a:rPr lang="en-IN" sz="2000" dirty="0"/>
              <a:t>4. Sunny | Warm | High   | Strong | Cool | Change | Yes</a:t>
            </a:r>
          </a:p>
        </p:txBody>
      </p:sp>
      <p:sp>
        <p:nvSpPr>
          <p:cNvPr id="10" name="Multiplication Sign 9">
            <a:extLst>
              <a:ext uri="{FF2B5EF4-FFF2-40B4-BE49-F238E27FC236}">
                <a16:creationId xmlns:a16="http://schemas.microsoft.com/office/drawing/2014/main" id="{2F0D0428-2DA7-7C33-9809-E72220A859D9}"/>
              </a:ext>
            </a:extLst>
          </p:cNvPr>
          <p:cNvSpPr/>
          <p:nvPr/>
        </p:nvSpPr>
        <p:spPr>
          <a:xfrm>
            <a:off x="7214616" y="2093976"/>
            <a:ext cx="420624" cy="329184"/>
          </a:xfrm>
          <a:prstGeom prst="mathMultipl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Final Specific Hypothesis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/>
            </a:pPr>
            <a:r>
              <a:rPr dirty="0"/>
              <a:t>Final hypothesis: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[Sunny, Warm, ?, Strong, ?, ?]</a:t>
            </a:r>
          </a:p>
          <a:p>
            <a:pPr>
              <a:spcAft>
                <a:spcPts val="1000"/>
              </a:spcAft>
              <a:defRPr sz="2000"/>
            </a:pPr>
            <a:endParaRPr dirty="0"/>
          </a:p>
          <a:p>
            <a:pPr>
              <a:spcAft>
                <a:spcPts val="1000"/>
              </a:spcAft>
              <a:defRPr sz="2000" b="1"/>
            </a:pPr>
            <a:r>
              <a:rPr dirty="0"/>
              <a:t>Meaning: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Sky must be Sunny.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Air temperature must be Warm.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Wind must be Strong.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Humidity, Water and Forecast can have any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FIND-S Algorithm  |  Slide 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4130C5-9BAC-BA17-A4F2-D9BD83A8C01A}"/>
              </a:ext>
            </a:extLst>
          </p:cNvPr>
          <p:cNvSpPr txBox="1"/>
          <p:nvPr/>
        </p:nvSpPr>
        <p:spPr>
          <a:xfrm>
            <a:off x="762000" y="819835"/>
            <a:ext cx="8857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Attributes: Sky, </a:t>
            </a:r>
            <a:r>
              <a:rPr lang="en-US" dirty="0" err="1"/>
              <a:t>AirTemp</a:t>
            </a:r>
            <a:r>
              <a:rPr lang="en-US" dirty="0"/>
              <a:t>, Humidity, Wind, Water, Forecast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Python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1. Import the csv module.</a:t>
            </a:r>
          </a:p>
          <a:p>
            <a:pPr>
              <a:spcAft>
                <a:spcPts val="1000"/>
              </a:spcAft>
              <a:defRPr sz="2000"/>
            </a:pPr>
            <a:r>
              <a:t>2. Create the EnjoySport dataset.</a:t>
            </a:r>
          </a:p>
          <a:p>
            <a:pPr>
              <a:spcAft>
                <a:spcPts val="1000"/>
              </a:spcAft>
              <a:defRPr sz="2000"/>
            </a:pPr>
            <a:r>
              <a:t>3. Save the dataset as enjoysport.csv.</a:t>
            </a:r>
          </a:p>
          <a:p>
            <a:pPr>
              <a:spcAft>
                <a:spcPts val="1000"/>
              </a:spcAft>
              <a:defRPr sz="2000"/>
            </a:pPr>
            <a:r>
              <a:t>4. Read the CSV file.</a:t>
            </a:r>
          </a:p>
          <a:p>
            <a:pPr>
              <a:spcAft>
                <a:spcPts val="1000"/>
              </a:spcAft>
              <a:defRPr sz="2000"/>
            </a:pPr>
            <a:r>
              <a:t>5. Initialize the hypothesis using the first positive example.</a:t>
            </a:r>
          </a:p>
          <a:p>
            <a:pPr>
              <a:spcAft>
                <a:spcPts val="1000"/>
              </a:spcAft>
              <a:defRPr sz="2000"/>
            </a:pPr>
            <a:r>
              <a:t>6. Generalize differing attributes using '?'.</a:t>
            </a:r>
          </a:p>
          <a:p>
            <a:pPr>
              <a:spcAft>
                <a:spcPts val="1000"/>
              </a:spcAft>
              <a:defRPr sz="2000"/>
            </a:pPr>
            <a:r>
              <a:t>7. Print the final hypothesis.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FIND-S Algorithm  |  Slide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Program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Dataset created successfully: enjoysport.csv</a:t>
            </a:r>
          </a:p>
          <a:p>
            <a:pPr>
              <a:spcAft>
                <a:spcPts val="1000"/>
              </a:spcAft>
              <a:defRPr sz="2000"/>
            </a:pPr>
            <a:endParaRPr/>
          </a:p>
          <a:p>
            <a:pPr>
              <a:spcAft>
                <a:spcPts val="1000"/>
              </a:spcAft>
              <a:defRPr sz="2000" b="1"/>
            </a:pPr>
            <a:r>
              <a:t>Attributes:</a:t>
            </a:r>
          </a:p>
          <a:p>
            <a:pPr>
              <a:spcAft>
                <a:spcPts val="1000"/>
              </a:spcAft>
              <a:defRPr sz="2000"/>
            </a:pPr>
            <a:r>
              <a:t>['Sky', 'AirTemp', 'Humidity', 'Wind', 'Water', 'Forecast']</a:t>
            </a:r>
          </a:p>
          <a:p>
            <a:pPr>
              <a:spcAft>
                <a:spcPts val="1000"/>
              </a:spcAft>
              <a:defRPr sz="2000"/>
            </a:pPr>
            <a:endParaRPr/>
          </a:p>
          <a:p>
            <a:pPr>
              <a:spcAft>
                <a:spcPts val="1000"/>
              </a:spcAft>
              <a:defRPr sz="2000" b="1"/>
            </a:pPr>
            <a:r>
              <a:t>Final Most Specific Hypothesis:</a:t>
            </a:r>
          </a:p>
          <a:p>
            <a:pPr>
              <a:spcAft>
                <a:spcPts val="1000"/>
              </a:spcAft>
              <a:defRPr sz="2000"/>
            </a:pPr>
            <a:r>
              <a:t>['Sunny', 'Warm', '?', 'Strong', '?', '?']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FIND-S Algorithm  |  Slide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Advantages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/>
            </a:pPr>
            <a:r>
              <a:t>Advantages:</a:t>
            </a:r>
          </a:p>
          <a:p>
            <a:pPr>
              <a:spcAft>
                <a:spcPts val="1000"/>
              </a:spcAft>
              <a:defRPr sz="2000"/>
            </a:pPr>
            <a:r>
              <a:t>• Simple and easy to understand.</a:t>
            </a:r>
          </a:p>
          <a:p>
            <a:pPr>
              <a:spcAft>
                <a:spcPts val="1000"/>
              </a:spcAft>
              <a:defRPr sz="2000"/>
            </a:pPr>
            <a:r>
              <a:t>• Easy to implement.</a:t>
            </a:r>
          </a:p>
          <a:p>
            <a:pPr>
              <a:spcAft>
                <a:spcPts val="1000"/>
              </a:spcAft>
              <a:defRPr sz="2000"/>
            </a:pPr>
            <a:r>
              <a:t>• Useful for learning concept learning.</a:t>
            </a:r>
          </a:p>
          <a:p>
            <a:pPr>
              <a:spcAft>
                <a:spcPts val="1000"/>
              </a:spcAft>
              <a:defRPr sz="2000"/>
            </a:pPr>
            <a:endParaRPr/>
          </a:p>
          <a:p>
            <a:pPr>
              <a:spcAft>
                <a:spcPts val="1000"/>
              </a:spcAft>
              <a:defRPr sz="2000" b="1"/>
            </a:pPr>
            <a:r>
              <a:t>Limitations:</a:t>
            </a:r>
          </a:p>
          <a:p>
            <a:pPr>
              <a:spcAft>
                <a:spcPts val="1000"/>
              </a:spcAft>
              <a:defRPr sz="2000"/>
            </a:pPr>
            <a:r>
              <a:t>• Uses only positive examples.</a:t>
            </a:r>
          </a:p>
          <a:p>
            <a:pPr>
              <a:spcAft>
                <a:spcPts val="1000"/>
              </a:spcAft>
              <a:defRPr sz="2000"/>
            </a:pPr>
            <a:r>
              <a:t>• Sensitive to noisy training data.</a:t>
            </a:r>
          </a:p>
          <a:p>
            <a:pPr>
              <a:spcAft>
                <a:spcPts val="1000"/>
              </a:spcAft>
              <a:defRPr sz="2000"/>
            </a:pPr>
            <a:r>
              <a:t>• Does not consider negative examples when forming the hypothesis.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FIND-S Algorithm  |  Slide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The FIND-S algorithm was successfully implemented.</a:t>
            </a:r>
          </a:p>
          <a:p>
            <a:pPr>
              <a:spcAft>
                <a:spcPts val="1000"/>
              </a:spcAft>
              <a:defRPr sz="2000"/>
            </a:pPr>
            <a:r>
              <a:t>Training data was created and stored in a CSV file.</a:t>
            </a:r>
          </a:p>
          <a:p>
            <a:pPr>
              <a:spcAft>
                <a:spcPts val="1000"/>
              </a:spcAft>
              <a:defRPr sz="2000"/>
            </a:pPr>
            <a:r>
              <a:t>The CSV file was read using Python.</a:t>
            </a:r>
          </a:p>
          <a:p>
            <a:pPr>
              <a:spcAft>
                <a:spcPts val="1000"/>
              </a:spcAft>
              <a:defRPr sz="2000" b="1"/>
            </a:pPr>
            <a:r>
              <a:t>The final most specific hypothesis was:</a:t>
            </a:r>
          </a:p>
          <a:p>
            <a:pPr>
              <a:spcAft>
                <a:spcPts val="1000"/>
              </a:spcAft>
              <a:defRPr sz="2000"/>
            </a:pPr>
            <a:r>
              <a:t>[Sunny, Warm, ?, Strong, ?, ?]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FIND-S Algorithm  |  Slide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600"/>
              </a:spcAft>
              <a:defRPr sz="2800"/>
            </a:pPr>
            <a:r>
              <a:t>FIND-S Algorithm</a:t>
            </a:r>
          </a:p>
          <a:p>
            <a:pPr algn="ctr">
              <a:spcAft>
                <a:spcPts val="1600"/>
              </a:spcAft>
              <a:defRPr sz="2800"/>
            </a:pPr>
            <a:r>
              <a:t>Machine Learning Practical</a:t>
            </a:r>
          </a:p>
          <a:p>
            <a:pPr algn="ctr">
              <a:spcAft>
                <a:spcPts val="1600"/>
              </a:spcAft>
              <a:defRPr sz="2800"/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FIND-S Algorithm  |  Slide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752</Words>
  <Application>Microsoft Office PowerPoint</Application>
  <PresentationFormat>Widescreen</PresentationFormat>
  <Paragraphs>108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Priya Maurya</cp:lastModifiedBy>
  <cp:revision>2</cp:revision>
  <dcterms:created xsi:type="dcterms:W3CDTF">2013-01-27T09:14:16Z</dcterms:created>
  <dcterms:modified xsi:type="dcterms:W3CDTF">2026-09-22T15:03:00Z</dcterms:modified>
  <cp:category/>
</cp:coreProperties>
</file>